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9"/>
  </p:notesMasterIdLst>
  <p:sldIdLst>
    <p:sldId id="256" r:id="rId2"/>
    <p:sldId id="257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4" r:id="rId14"/>
    <p:sldId id="322" r:id="rId15"/>
    <p:sldId id="323" r:id="rId16"/>
    <p:sldId id="325" r:id="rId17"/>
    <p:sldId id="267" r:id="rId18"/>
  </p:sldIdLst>
  <p:sldSz cx="9144000" cy="5143500" type="screen16x9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DM Sans" pitchFamily="2" charset="0"/>
      <p:regular r:id="rId24"/>
      <p:bold r:id="rId25"/>
      <p:italic r:id="rId26"/>
      <p:boldItalic r:id="rId27"/>
    </p:embeddedFont>
    <p:embeddedFont>
      <p:font typeface="Nunito Light" pitchFamily="2" charset="0"/>
      <p:regular r:id="rId28"/>
      <p:italic r:id="rId29"/>
    </p:embeddedFont>
    <p:embeddedFont>
      <p:font typeface="Plus Jakarta Sans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CDC"/>
    <a:srgbClr val="D6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01A7AB-3909-4911-A530-EB80CEC13D9E}">
  <a:tblStyle styleId="{3401A7AB-3909-4911-A530-EB80CEC13D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A103498-4606-48E0-A6DF-34BFAE71D09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A02EE3A0-7BCC-A71B-DC97-9C16A9592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897E883E-E26B-7D43-9656-C06C1DF4FF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3A4F969D-36C4-5F72-892E-8148CA0B8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6040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DAA3C702-994C-4975-9DCD-055295D4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0D3A1C23-9D94-BC36-AD03-BE814E94A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D1222EA6-6396-16C5-C9CB-D166779BE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4757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A8BCB3CF-21B9-CBA2-5957-D0227E7ED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EF41984C-969F-5FB7-8AF7-C9D3BA489B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FAC6715A-7F39-8CCD-EE99-86EE5495A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915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44DF67D9-DCA2-BCAE-F265-944AA2CC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537CBBA7-E723-DC4D-A972-8EC6155FB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60C42A94-415F-357E-B6BB-2B3D80579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589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8D400BEB-59FF-3C71-0781-A9FEF9020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BB4A2B37-2334-11E0-EA62-E43F3F5BD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85BE58E4-DA81-DD51-BB28-B02FECBCD7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006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85157285-545A-A7AE-EC50-B8E6ED5A9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CCAFF5E9-9808-D5AC-4BC4-CE4F006B7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FC1C47BF-FD27-6534-4C00-9ADC913E9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546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43D59ADD-4CFC-2169-B495-BB9116F3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61E1F4D9-17EF-5CBB-A806-3476AB544A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672E3DC7-FF3C-72C9-2FA3-A90B02FD6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2876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05092FFF-720F-8F8B-1DEE-7F4FA0E6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DC8CB09F-A6F1-1E0F-852C-F68EB5566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0EBE6889-6075-47B1-5C7A-45580B2EC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2120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2DF0C41E-7D02-09F3-57FC-894D798B1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28C6C5B0-B3BC-2EE8-D69A-102C5685C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F5D02088-2D00-E42D-EBF4-8224219ACE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930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F781DB72-D979-80E8-B014-D26E4E4E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43E24705-72F2-53A7-77B5-F42234134D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EC25D392-E23C-9C24-B4D3-CAEB1E5EF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776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1A820173-7A6A-4095-FBAF-A33BB394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E0931114-3C5F-3F01-E3ED-DF501A8DA5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ED8241A9-E9AD-ADF7-2283-51EFD0EB6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2359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D8EF09A9-DAB7-5C8E-AA6A-F51F9491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90E3C8AB-D7FD-3AED-623E-DD0824A10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96B48012-C7B7-DC0E-B5B7-01091EB5B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433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AFDDAD17-7F6E-1D21-D999-C4FBEF39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B17F381B-C09E-4F47-23A8-091ADCD04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1B325175-9173-14F3-8B3E-1C12D386CA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4682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>
          <a:extLst>
            <a:ext uri="{FF2B5EF4-FFF2-40B4-BE49-F238E27FC236}">
              <a16:creationId xmlns:a16="http://schemas.microsoft.com/office/drawing/2014/main" id="{9CFDA566-41D9-680D-C546-88E8CED0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31007ba2_0_208:notes">
            <a:extLst>
              <a:ext uri="{FF2B5EF4-FFF2-40B4-BE49-F238E27FC236}">
                <a16:creationId xmlns:a16="http://schemas.microsoft.com/office/drawing/2014/main" id="{5B973785-DA6E-E14D-CC67-D37F9F1DCA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31007ba2_0_208:notes">
            <a:extLst>
              <a:ext uri="{FF2B5EF4-FFF2-40B4-BE49-F238E27FC236}">
                <a16:creationId xmlns:a16="http://schemas.microsoft.com/office/drawing/2014/main" id="{AC05A062-04C4-795D-4266-8D16725AC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8898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36188"/>
            <a:ext cx="3724500" cy="215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431513"/>
            <a:ext cx="3724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47639" y="318506"/>
            <a:ext cx="8225224" cy="4594735"/>
            <a:chOff x="447639" y="318506"/>
            <a:chExt cx="8225224" cy="459473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47639" y="318506"/>
              <a:ext cx="838324" cy="185756"/>
              <a:chOff x="4389925" y="459275"/>
              <a:chExt cx="999075" cy="22137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43899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1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5756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7613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49469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4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51326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53183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4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3899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1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45756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613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49469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6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1326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5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3183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4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2193" y="2825"/>
                      <a:pt x="2825" y="2194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>
              <a:off x="7834539" y="4727485"/>
              <a:ext cx="838324" cy="185756"/>
              <a:chOff x="4389925" y="459275"/>
              <a:chExt cx="999075" cy="221375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43899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1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5756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47613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9469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4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1326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3183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4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3899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1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45756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47613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49469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6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1326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5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53183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4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2193" y="2825"/>
                      <a:pt x="2825" y="2194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" name="Google Shape;38;p2"/>
          <p:cNvGrpSpPr/>
          <p:nvPr/>
        </p:nvGrpSpPr>
        <p:grpSpPr>
          <a:xfrm>
            <a:off x="385825" y="4222088"/>
            <a:ext cx="654775" cy="657750"/>
            <a:chOff x="7663400" y="2447013"/>
            <a:chExt cx="654775" cy="657750"/>
          </a:xfrm>
        </p:grpSpPr>
        <p:sp>
          <p:nvSpPr>
            <p:cNvPr id="39" name="Google Shape;39;p2"/>
            <p:cNvSpPr/>
            <p:nvPr/>
          </p:nvSpPr>
          <p:spPr>
            <a:xfrm>
              <a:off x="7663400" y="2447013"/>
              <a:ext cx="361575" cy="313125"/>
            </a:xfrm>
            <a:custGeom>
              <a:avLst/>
              <a:gdLst/>
              <a:ahLst/>
              <a:cxnLst/>
              <a:rect l="l" t="t" r="r" b="b"/>
              <a:pathLst>
                <a:path w="14463" h="12525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5"/>
                  </a:lnTo>
                  <a:lnTo>
                    <a:pt x="10847" y="12525"/>
                  </a:lnTo>
                  <a:lnTo>
                    <a:pt x="14462" y="6262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663400" y="2791638"/>
              <a:ext cx="361575" cy="313125"/>
            </a:xfrm>
            <a:custGeom>
              <a:avLst/>
              <a:gdLst/>
              <a:ahLst/>
              <a:cxnLst/>
              <a:rect l="l" t="t" r="r" b="b"/>
              <a:pathLst>
                <a:path w="14463" h="12525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5"/>
                  </a:lnTo>
                  <a:lnTo>
                    <a:pt x="10847" y="12525"/>
                  </a:lnTo>
                  <a:lnTo>
                    <a:pt x="14462" y="6262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956600" y="2619313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7" y="0"/>
                  </a:moveTo>
                  <a:lnTo>
                    <a:pt x="1" y="6263"/>
                  </a:lnTo>
                  <a:lnTo>
                    <a:pt x="3617" y="12526"/>
                  </a:lnTo>
                  <a:lnTo>
                    <a:pt x="10848" y="12526"/>
                  </a:lnTo>
                  <a:lnTo>
                    <a:pt x="14463" y="6263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2"/>
          <p:cNvSpPr/>
          <p:nvPr/>
        </p:nvSpPr>
        <p:spPr>
          <a:xfrm flipH="1">
            <a:off x="8580833" y="167825"/>
            <a:ext cx="286575" cy="248200"/>
          </a:xfrm>
          <a:custGeom>
            <a:avLst/>
            <a:gdLst/>
            <a:ahLst/>
            <a:cxnLst/>
            <a:rect l="l" t="t" r="r" b="b"/>
            <a:pathLst>
              <a:path w="11463" h="9928" extrusionOk="0">
                <a:moveTo>
                  <a:pt x="2866" y="0"/>
                </a:moveTo>
                <a:lnTo>
                  <a:pt x="0" y="4964"/>
                </a:lnTo>
                <a:lnTo>
                  <a:pt x="2866" y="9928"/>
                </a:lnTo>
                <a:lnTo>
                  <a:pt x="8596" y="9928"/>
                </a:lnTo>
                <a:lnTo>
                  <a:pt x="11462" y="4964"/>
                </a:lnTo>
                <a:lnTo>
                  <a:pt x="85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>
            <a:spLocks noGrp="1"/>
          </p:cNvSpPr>
          <p:nvPr>
            <p:ph type="pic" idx="2"/>
          </p:nvPr>
        </p:nvSpPr>
        <p:spPr>
          <a:xfrm>
            <a:off x="5067475" y="1075225"/>
            <a:ext cx="3363300" cy="2993100"/>
          </a:xfrm>
          <a:prstGeom prst="hexagon">
            <a:avLst>
              <a:gd name="adj" fmla="val 25000"/>
              <a:gd name="vf" fmla="val 11547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89" name="Google Shape;89;p4"/>
          <p:cNvGrpSpPr/>
          <p:nvPr/>
        </p:nvGrpSpPr>
        <p:grpSpPr>
          <a:xfrm>
            <a:off x="349807" y="179360"/>
            <a:ext cx="8017024" cy="4805518"/>
            <a:chOff x="349807" y="179360"/>
            <a:chExt cx="8017024" cy="4805518"/>
          </a:xfrm>
        </p:grpSpPr>
        <p:grpSp>
          <p:nvGrpSpPr>
            <p:cNvPr id="90" name="Google Shape;90;p4"/>
            <p:cNvGrpSpPr/>
            <p:nvPr/>
          </p:nvGrpSpPr>
          <p:grpSpPr>
            <a:xfrm flipH="1">
              <a:off x="349807" y="4799123"/>
              <a:ext cx="838324" cy="185756"/>
              <a:chOff x="4389925" y="459275"/>
              <a:chExt cx="999075" cy="221375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43899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1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45756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47613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49469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4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51326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53183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4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43899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1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45756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47613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49469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6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51326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5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53183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4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2193" y="2825"/>
                      <a:pt x="2825" y="2194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 flipH="1">
              <a:off x="7528507" y="179360"/>
              <a:ext cx="838324" cy="185756"/>
              <a:chOff x="4389925" y="459275"/>
              <a:chExt cx="999075" cy="221375"/>
            </a:xfrm>
          </p:grpSpPr>
          <p:sp>
            <p:nvSpPr>
              <p:cNvPr id="104" name="Google Shape;104;p4"/>
              <p:cNvSpPr/>
              <p:nvPr/>
            </p:nvSpPr>
            <p:spPr>
              <a:xfrm>
                <a:off x="43899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1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45756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47613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49469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4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51326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53183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4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43899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1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45756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47613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49469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6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51326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5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53183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4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2193" y="2825"/>
                      <a:pt x="2825" y="2194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" name="Google Shape;116;p4"/>
          <p:cNvGrpSpPr/>
          <p:nvPr/>
        </p:nvGrpSpPr>
        <p:grpSpPr>
          <a:xfrm>
            <a:off x="135158" y="1263775"/>
            <a:ext cx="8542543" cy="3751703"/>
            <a:chOff x="135158" y="1263775"/>
            <a:chExt cx="8542543" cy="3751703"/>
          </a:xfrm>
        </p:grpSpPr>
        <p:sp>
          <p:nvSpPr>
            <p:cNvPr id="117" name="Google Shape;117;p4"/>
            <p:cNvSpPr/>
            <p:nvPr/>
          </p:nvSpPr>
          <p:spPr>
            <a:xfrm flipH="1">
              <a:off x="135158" y="1263775"/>
              <a:ext cx="286575" cy="248200"/>
            </a:xfrm>
            <a:custGeom>
              <a:avLst/>
              <a:gdLst/>
              <a:ahLst/>
              <a:cxnLst/>
              <a:rect l="l" t="t" r="r" b="b"/>
              <a:pathLst>
                <a:path w="11463" h="9928" extrusionOk="0">
                  <a:moveTo>
                    <a:pt x="2866" y="0"/>
                  </a:moveTo>
                  <a:lnTo>
                    <a:pt x="0" y="4964"/>
                  </a:lnTo>
                  <a:lnTo>
                    <a:pt x="2866" y="9928"/>
                  </a:lnTo>
                  <a:lnTo>
                    <a:pt x="8596" y="9928"/>
                  </a:lnTo>
                  <a:lnTo>
                    <a:pt x="11462" y="4964"/>
                  </a:lnTo>
                  <a:lnTo>
                    <a:pt x="85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 flipH="1">
              <a:off x="8430750" y="4768527"/>
              <a:ext cx="246951" cy="246951"/>
            </a:xfrm>
            <a:custGeom>
              <a:avLst/>
              <a:gdLst/>
              <a:ahLst/>
              <a:cxnLst/>
              <a:rect l="l" t="t" r="r" b="b"/>
              <a:pathLst>
                <a:path w="16768" h="16768" extrusionOk="0">
                  <a:moveTo>
                    <a:pt x="6510" y="0"/>
                  </a:moveTo>
                  <a:cubicBezTo>
                    <a:pt x="5794" y="0"/>
                    <a:pt x="5212" y="581"/>
                    <a:pt x="5212" y="1299"/>
                  </a:cubicBezTo>
                  <a:lnTo>
                    <a:pt x="5212" y="3914"/>
                  </a:lnTo>
                  <a:cubicBezTo>
                    <a:pt x="5212" y="4630"/>
                    <a:pt x="4631" y="5212"/>
                    <a:pt x="3913" y="5212"/>
                  </a:cubicBezTo>
                  <a:lnTo>
                    <a:pt x="1299" y="5212"/>
                  </a:lnTo>
                  <a:cubicBezTo>
                    <a:pt x="583" y="5212"/>
                    <a:pt x="1" y="5793"/>
                    <a:pt x="1" y="6511"/>
                  </a:cubicBezTo>
                  <a:lnTo>
                    <a:pt x="1" y="10258"/>
                  </a:lnTo>
                  <a:cubicBezTo>
                    <a:pt x="1" y="10975"/>
                    <a:pt x="582" y="11557"/>
                    <a:pt x="1299" y="11557"/>
                  </a:cubicBezTo>
                  <a:lnTo>
                    <a:pt x="3913" y="11557"/>
                  </a:lnTo>
                  <a:cubicBezTo>
                    <a:pt x="4629" y="11557"/>
                    <a:pt x="5212" y="12138"/>
                    <a:pt x="5212" y="12856"/>
                  </a:cubicBezTo>
                  <a:lnTo>
                    <a:pt x="5212" y="15468"/>
                  </a:lnTo>
                  <a:cubicBezTo>
                    <a:pt x="5212" y="16186"/>
                    <a:pt x="5793" y="16767"/>
                    <a:pt x="6510" y="16767"/>
                  </a:cubicBezTo>
                  <a:lnTo>
                    <a:pt x="10258" y="16767"/>
                  </a:lnTo>
                  <a:cubicBezTo>
                    <a:pt x="10975" y="16767"/>
                    <a:pt x="11556" y="16187"/>
                    <a:pt x="11556" y="15468"/>
                  </a:cubicBezTo>
                  <a:lnTo>
                    <a:pt x="11556" y="12855"/>
                  </a:lnTo>
                  <a:cubicBezTo>
                    <a:pt x="11556" y="12138"/>
                    <a:pt x="12137" y="11556"/>
                    <a:pt x="12855" y="11556"/>
                  </a:cubicBezTo>
                  <a:lnTo>
                    <a:pt x="15470" y="11556"/>
                  </a:lnTo>
                  <a:cubicBezTo>
                    <a:pt x="16186" y="11556"/>
                    <a:pt x="16768" y="10975"/>
                    <a:pt x="16768" y="10257"/>
                  </a:cubicBezTo>
                  <a:lnTo>
                    <a:pt x="16768" y="6510"/>
                  </a:lnTo>
                  <a:cubicBezTo>
                    <a:pt x="16768" y="5795"/>
                    <a:pt x="16186" y="5212"/>
                    <a:pt x="15470" y="5212"/>
                  </a:cubicBezTo>
                  <a:lnTo>
                    <a:pt x="12855" y="5212"/>
                  </a:lnTo>
                  <a:cubicBezTo>
                    <a:pt x="12139" y="5212"/>
                    <a:pt x="11556" y="4631"/>
                    <a:pt x="11556" y="3914"/>
                  </a:cubicBezTo>
                  <a:lnTo>
                    <a:pt x="11556" y="1299"/>
                  </a:lnTo>
                  <a:cubicBezTo>
                    <a:pt x="11556" y="582"/>
                    <a:pt x="10976" y="0"/>
                    <a:pt x="10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4"/>
          <p:cNvGrpSpPr/>
          <p:nvPr/>
        </p:nvGrpSpPr>
        <p:grpSpPr>
          <a:xfrm>
            <a:off x="-341717" y="210625"/>
            <a:ext cx="10226992" cy="4284738"/>
            <a:chOff x="-341717" y="210625"/>
            <a:chExt cx="10226992" cy="4284738"/>
          </a:xfrm>
        </p:grpSpPr>
        <p:grpSp>
          <p:nvGrpSpPr>
            <p:cNvPr id="120" name="Google Shape;120;p4"/>
            <p:cNvGrpSpPr/>
            <p:nvPr/>
          </p:nvGrpSpPr>
          <p:grpSpPr>
            <a:xfrm>
              <a:off x="8787483" y="3837613"/>
              <a:ext cx="654775" cy="657750"/>
              <a:chOff x="7663400" y="2447013"/>
              <a:chExt cx="654775" cy="657750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7663400" y="2447013"/>
                <a:ext cx="36157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5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5"/>
                    </a:lnTo>
                    <a:lnTo>
                      <a:pt x="10847" y="12525"/>
                    </a:lnTo>
                    <a:lnTo>
                      <a:pt x="14462" y="6262"/>
                    </a:lnTo>
                    <a:lnTo>
                      <a:pt x="108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7663400" y="2791638"/>
                <a:ext cx="36157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5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5"/>
                    </a:lnTo>
                    <a:lnTo>
                      <a:pt x="10847" y="12525"/>
                    </a:lnTo>
                    <a:lnTo>
                      <a:pt x="14462" y="6262"/>
                    </a:lnTo>
                    <a:lnTo>
                      <a:pt x="108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7956600" y="2619313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7" y="0"/>
                    </a:moveTo>
                    <a:lnTo>
                      <a:pt x="1" y="6263"/>
                    </a:lnTo>
                    <a:lnTo>
                      <a:pt x="3617" y="12526"/>
                    </a:lnTo>
                    <a:lnTo>
                      <a:pt x="10848" y="12526"/>
                    </a:lnTo>
                    <a:lnTo>
                      <a:pt x="14463" y="6263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" name="Google Shape;124;p4"/>
            <p:cNvGrpSpPr/>
            <p:nvPr/>
          </p:nvGrpSpPr>
          <p:grpSpPr>
            <a:xfrm flipH="1">
              <a:off x="-341717" y="210625"/>
              <a:ext cx="949825" cy="657750"/>
              <a:chOff x="7368350" y="1061350"/>
              <a:chExt cx="949825" cy="657750"/>
            </a:xfrm>
          </p:grpSpPr>
          <p:sp>
            <p:nvSpPr>
              <p:cNvPr id="125" name="Google Shape;125;p4"/>
              <p:cNvSpPr/>
              <p:nvPr/>
            </p:nvSpPr>
            <p:spPr>
              <a:xfrm>
                <a:off x="7368350" y="1233675"/>
                <a:ext cx="36157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5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4"/>
                    </a:lnTo>
                    <a:lnTo>
                      <a:pt x="10848" y="12524"/>
                    </a:lnTo>
                    <a:lnTo>
                      <a:pt x="14463" y="6262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7663400" y="1061350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6" y="0"/>
                    </a:moveTo>
                    <a:lnTo>
                      <a:pt x="1" y="6263"/>
                    </a:lnTo>
                    <a:lnTo>
                      <a:pt x="3616" y="12525"/>
                    </a:lnTo>
                    <a:lnTo>
                      <a:pt x="10846" y="12525"/>
                    </a:lnTo>
                    <a:lnTo>
                      <a:pt x="14462" y="6263"/>
                    </a:lnTo>
                    <a:lnTo>
                      <a:pt x="108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663400" y="1405950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6" y="0"/>
                    </a:moveTo>
                    <a:lnTo>
                      <a:pt x="1" y="6262"/>
                    </a:lnTo>
                    <a:lnTo>
                      <a:pt x="3616" y="12526"/>
                    </a:lnTo>
                    <a:lnTo>
                      <a:pt x="10846" y="12526"/>
                    </a:lnTo>
                    <a:lnTo>
                      <a:pt x="14462" y="6262"/>
                    </a:lnTo>
                    <a:lnTo>
                      <a:pt x="108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956575" y="1233675"/>
                <a:ext cx="361600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4" h="12525" extrusionOk="0">
                    <a:moveTo>
                      <a:pt x="3616" y="0"/>
                    </a:moveTo>
                    <a:lnTo>
                      <a:pt x="1" y="6262"/>
                    </a:lnTo>
                    <a:lnTo>
                      <a:pt x="3616" y="12524"/>
                    </a:lnTo>
                    <a:lnTo>
                      <a:pt x="10848" y="12524"/>
                    </a:lnTo>
                    <a:lnTo>
                      <a:pt x="14464" y="6262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4"/>
            <p:cNvGrpSpPr/>
            <p:nvPr/>
          </p:nvGrpSpPr>
          <p:grpSpPr>
            <a:xfrm>
              <a:off x="8641400" y="230459"/>
              <a:ext cx="1243875" cy="1001841"/>
              <a:chOff x="6198500" y="1668659"/>
              <a:chExt cx="1243875" cy="1001841"/>
            </a:xfrm>
          </p:grpSpPr>
          <p:sp>
            <p:nvSpPr>
              <p:cNvPr id="130" name="Google Shape;130;p4"/>
              <p:cNvSpPr/>
              <p:nvPr/>
            </p:nvSpPr>
            <p:spPr>
              <a:xfrm>
                <a:off x="6493125" y="2011125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6" y="0"/>
                    </a:moveTo>
                    <a:lnTo>
                      <a:pt x="1" y="6264"/>
                    </a:lnTo>
                    <a:lnTo>
                      <a:pt x="3616" y="12526"/>
                    </a:lnTo>
                    <a:lnTo>
                      <a:pt x="10847" y="12526"/>
                    </a:lnTo>
                    <a:lnTo>
                      <a:pt x="14463" y="6264"/>
                    </a:lnTo>
                    <a:lnTo>
                      <a:pt x="108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6198500" y="1840450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6"/>
                    </a:lnTo>
                    <a:lnTo>
                      <a:pt x="10848" y="12526"/>
                    </a:lnTo>
                    <a:lnTo>
                      <a:pt x="14463" y="6262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6493125" y="2357350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6" y="0"/>
                    </a:moveTo>
                    <a:lnTo>
                      <a:pt x="1" y="6264"/>
                    </a:lnTo>
                    <a:lnTo>
                      <a:pt x="3616" y="12526"/>
                    </a:lnTo>
                    <a:lnTo>
                      <a:pt x="10847" y="12526"/>
                    </a:lnTo>
                    <a:lnTo>
                      <a:pt x="14463" y="6264"/>
                    </a:lnTo>
                    <a:lnTo>
                      <a:pt x="108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6786275" y="1840450"/>
                <a:ext cx="36162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5" h="12526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6"/>
                    </a:lnTo>
                    <a:lnTo>
                      <a:pt x="10849" y="12526"/>
                    </a:lnTo>
                    <a:lnTo>
                      <a:pt x="14465" y="6262"/>
                    </a:lnTo>
                    <a:lnTo>
                      <a:pt x="108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6786275" y="2185050"/>
                <a:ext cx="36162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5" h="12525" extrusionOk="0">
                    <a:moveTo>
                      <a:pt x="3617" y="0"/>
                    </a:moveTo>
                    <a:lnTo>
                      <a:pt x="1" y="6263"/>
                    </a:lnTo>
                    <a:lnTo>
                      <a:pt x="3617" y="12525"/>
                    </a:lnTo>
                    <a:lnTo>
                      <a:pt x="10849" y="12525"/>
                    </a:lnTo>
                    <a:lnTo>
                      <a:pt x="14465" y="6263"/>
                    </a:lnTo>
                    <a:lnTo>
                      <a:pt x="108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7080800" y="1668659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6"/>
                    </a:lnTo>
                    <a:lnTo>
                      <a:pt x="10848" y="12526"/>
                    </a:lnTo>
                    <a:lnTo>
                      <a:pt x="14463" y="6262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 txBox="1">
            <a:spLocks noGrp="1"/>
          </p:cNvSpPr>
          <p:nvPr>
            <p:ph type="title"/>
          </p:nvPr>
        </p:nvSpPr>
        <p:spPr>
          <a:xfrm>
            <a:off x="713225" y="1761600"/>
            <a:ext cx="3873600" cy="16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86" name="Google Shape;286;p8"/>
          <p:cNvGrpSpPr/>
          <p:nvPr/>
        </p:nvGrpSpPr>
        <p:grpSpPr>
          <a:xfrm>
            <a:off x="385814" y="311460"/>
            <a:ext cx="8419724" cy="4601781"/>
            <a:chOff x="385814" y="311460"/>
            <a:chExt cx="8419724" cy="4601781"/>
          </a:xfrm>
        </p:grpSpPr>
        <p:grpSp>
          <p:nvGrpSpPr>
            <p:cNvPr id="287" name="Google Shape;287;p8"/>
            <p:cNvGrpSpPr/>
            <p:nvPr/>
          </p:nvGrpSpPr>
          <p:grpSpPr>
            <a:xfrm>
              <a:off x="7967214" y="311460"/>
              <a:ext cx="838324" cy="185756"/>
              <a:chOff x="4389925" y="459275"/>
              <a:chExt cx="999075" cy="221375"/>
            </a:xfrm>
          </p:grpSpPr>
          <p:sp>
            <p:nvSpPr>
              <p:cNvPr id="288" name="Google Shape;288;p8"/>
              <p:cNvSpPr/>
              <p:nvPr/>
            </p:nvSpPr>
            <p:spPr>
              <a:xfrm>
                <a:off x="43899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1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45756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47613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49469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4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51326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53183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4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43899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1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45756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47613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49469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6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51326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5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53183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4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2193" y="2825"/>
                      <a:pt x="2825" y="2194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0" name="Google Shape;300;p8"/>
            <p:cNvGrpSpPr/>
            <p:nvPr/>
          </p:nvGrpSpPr>
          <p:grpSpPr>
            <a:xfrm>
              <a:off x="385814" y="4727485"/>
              <a:ext cx="838324" cy="185756"/>
              <a:chOff x="4389925" y="459275"/>
              <a:chExt cx="999075" cy="221375"/>
            </a:xfrm>
          </p:grpSpPr>
          <p:sp>
            <p:nvSpPr>
              <p:cNvPr id="301" name="Google Shape;301;p8"/>
              <p:cNvSpPr/>
              <p:nvPr/>
            </p:nvSpPr>
            <p:spPr>
              <a:xfrm>
                <a:off x="43899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1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45756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8"/>
              <p:cNvSpPr/>
              <p:nvPr/>
            </p:nvSpPr>
            <p:spPr>
              <a:xfrm>
                <a:off x="47613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8"/>
              <p:cNvSpPr/>
              <p:nvPr/>
            </p:nvSpPr>
            <p:spPr>
              <a:xfrm>
                <a:off x="49469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4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8"/>
              <p:cNvSpPr/>
              <p:nvPr/>
            </p:nvSpPr>
            <p:spPr>
              <a:xfrm>
                <a:off x="51326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>
                <a:off x="53183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4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43899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1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45756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47613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49469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6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51326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5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53183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4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2193" y="2825"/>
                      <a:pt x="2825" y="2194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3" name="Google Shape;313;p8"/>
          <p:cNvSpPr/>
          <p:nvPr/>
        </p:nvSpPr>
        <p:spPr>
          <a:xfrm flipH="1">
            <a:off x="3199833" y="210625"/>
            <a:ext cx="286575" cy="248200"/>
          </a:xfrm>
          <a:custGeom>
            <a:avLst/>
            <a:gdLst/>
            <a:ahLst/>
            <a:cxnLst/>
            <a:rect l="l" t="t" r="r" b="b"/>
            <a:pathLst>
              <a:path w="11463" h="9928" extrusionOk="0">
                <a:moveTo>
                  <a:pt x="2866" y="0"/>
                </a:moveTo>
                <a:lnTo>
                  <a:pt x="0" y="4964"/>
                </a:lnTo>
                <a:lnTo>
                  <a:pt x="2866" y="9928"/>
                </a:lnTo>
                <a:lnTo>
                  <a:pt x="8596" y="9928"/>
                </a:lnTo>
                <a:lnTo>
                  <a:pt x="11462" y="4964"/>
                </a:lnTo>
                <a:lnTo>
                  <a:pt x="85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4" name="Google Shape;314;p8"/>
          <p:cNvGrpSpPr/>
          <p:nvPr/>
        </p:nvGrpSpPr>
        <p:grpSpPr>
          <a:xfrm>
            <a:off x="274325" y="210625"/>
            <a:ext cx="8593075" cy="4774038"/>
            <a:chOff x="274325" y="210625"/>
            <a:chExt cx="8593075" cy="477403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8212625" y="4326913"/>
              <a:ext cx="654775" cy="657750"/>
              <a:chOff x="7663400" y="2447013"/>
              <a:chExt cx="654775" cy="657750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7663400" y="2447013"/>
                <a:ext cx="36157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5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5"/>
                    </a:lnTo>
                    <a:lnTo>
                      <a:pt x="10847" y="12525"/>
                    </a:lnTo>
                    <a:lnTo>
                      <a:pt x="14462" y="6262"/>
                    </a:lnTo>
                    <a:lnTo>
                      <a:pt x="108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7663400" y="2791638"/>
                <a:ext cx="36157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5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5"/>
                    </a:lnTo>
                    <a:lnTo>
                      <a:pt x="10847" y="12525"/>
                    </a:lnTo>
                    <a:lnTo>
                      <a:pt x="14462" y="6262"/>
                    </a:lnTo>
                    <a:lnTo>
                      <a:pt x="108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7956600" y="2619313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7" y="0"/>
                    </a:moveTo>
                    <a:lnTo>
                      <a:pt x="1" y="6263"/>
                    </a:lnTo>
                    <a:lnTo>
                      <a:pt x="3617" y="12526"/>
                    </a:lnTo>
                    <a:lnTo>
                      <a:pt x="10848" y="12526"/>
                    </a:lnTo>
                    <a:lnTo>
                      <a:pt x="14463" y="6263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9" name="Google Shape;319;p8"/>
            <p:cNvGrpSpPr/>
            <p:nvPr/>
          </p:nvGrpSpPr>
          <p:grpSpPr>
            <a:xfrm>
              <a:off x="274325" y="210625"/>
              <a:ext cx="949825" cy="657750"/>
              <a:chOff x="7368350" y="1061350"/>
              <a:chExt cx="949825" cy="657750"/>
            </a:xfrm>
          </p:grpSpPr>
          <p:sp>
            <p:nvSpPr>
              <p:cNvPr id="320" name="Google Shape;320;p8"/>
              <p:cNvSpPr/>
              <p:nvPr/>
            </p:nvSpPr>
            <p:spPr>
              <a:xfrm>
                <a:off x="7368350" y="1233675"/>
                <a:ext cx="36157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5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4"/>
                    </a:lnTo>
                    <a:lnTo>
                      <a:pt x="10848" y="12524"/>
                    </a:lnTo>
                    <a:lnTo>
                      <a:pt x="14463" y="6262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7663400" y="1061350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6" y="0"/>
                    </a:moveTo>
                    <a:lnTo>
                      <a:pt x="1" y="6263"/>
                    </a:lnTo>
                    <a:lnTo>
                      <a:pt x="3616" y="12525"/>
                    </a:lnTo>
                    <a:lnTo>
                      <a:pt x="10846" y="12525"/>
                    </a:lnTo>
                    <a:lnTo>
                      <a:pt x="14462" y="6263"/>
                    </a:lnTo>
                    <a:lnTo>
                      <a:pt x="108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7663400" y="1405950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6" y="0"/>
                    </a:moveTo>
                    <a:lnTo>
                      <a:pt x="1" y="6262"/>
                    </a:lnTo>
                    <a:lnTo>
                      <a:pt x="3616" y="12526"/>
                    </a:lnTo>
                    <a:lnTo>
                      <a:pt x="10846" y="12526"/>
                    </a:lnTo>
                    <a:lnTo>
                      <a:pt x="14462" y="6262"/>
                    </a:lnTo>
                    <a:lnTo>
                      <a:pt x="108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7956575" y="1233675"/>
                <a:ext cx="361600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4" h="12525" extrusionOk="0">
                    <a:moveTo>
                      <a:pt x="3616" y="0"/>
                    </a:moveTo>
                    <a:lnTo>
                      <a:pt x="1" y="6262"/>
                    </a:lnTo>
                    <a:lnTo>
                      <a:pt x="3616" y="12524"/>
                    </a:lnTo>
                    <a:lnTo>
                      <a:pt x="10848" y="12524"/>
                    </a:lnTo>
                    <a:lnTo>
                      <a:pt x="14464" y="6262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4" name="Google Shape;324;p8"/>
          <p:cNvSpPr>
            <a:spLocks noGrp="1"/>
          </p:cNvSpPr>
          <p:nvPr>
            <p:ph type="pic" idx="2"/>
          </p:nvPr>
        </p:nvSpPr>
        <p:spPr>
          <a:xfrm>
            <a:off x="4999313" y="1075200"/>
            <a:ext cx="3363300" cy="2993100"/>
          </a:xfrm>
          <a:prstGeom prst="hexagon">
            <a:avLst>
              <a:gd name="adj" fmla="val 25000"/>
              <a:gd name="vf" fmla="val 11547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4" name="Google Shape;1364;p32"/>
          <p:cNvGrpSpPr/>
          <p:nvPr/>
        </p:nvGrpSpPr>
        <p:grpSpPr>
          <a:xfrm>
            <a:off x="279670" y="142140"/>
            <a:ext cx="8658931" cy="4806398"/>
            <a:chOff x="279670" y="142140"/>
            <a:chExt cx="8658931" cy="4806398"/>
          </a:xfrm>
        </p:grpSpPr>
        <p:sp>
          <p:nvSpPr>
            <p:cNvPr id="1365" name="Google Shape;1365;p32"/>
            <p:cNvSpPr/>
            <p:nvPr/>
          </p:nvSpPr>
          <p:spPr>
            <a:xfrm flipH="1">
              <a:off x="8691650" y="142140"/>
              <a:ext cx="246951" cy="246951"/>
            </a:xfrm>
            <a:custGeom>
              <a:avLst/>
              <a:gdLst/>
              <a:ahLst/>
              <a:cxnLst/>
              <a:rect l="l" t="t" r="r" b="b"/>
              <a:pathLst>
                <a:path w="16768" h="16768" extrusionOk="0">
                  <a:moveTo>
                    <a:pt x="6510" y="0"/>
                  </a:moveTo>
                  <a:cubicBezTo>
                    <a:pt x="5794" y="0"/>
                    <a:pt x="5212" y="581"/>
                    <a:pt x="5212" y="1299"/>
                  </a:cubicBezTo>
                  <a:lnTo>
                    <a:pt x="5212" y="3914"/>
                  </a:lnTo>
                  <a:cubicBezTo>
                    <a:pt x="5212" y="4630"/>
                    <a:pt x="4631" y="5212"/>
                    <a:pt x="3913" y="5212"/>
                  </a:cubicBezTo>
                  <a:lnTo>
                    <a:pt x="1299" y="5212"/>
                  </a:lnTo>
                  <a:cubicBezTo>
                    <a:pt x="583" y="5212"/>
                    <a:pt x="1" y="5793"/>
                    <a:pt x="1" y="6511"/>
                  </a:cubicBezTo>
                  <a:lnTo>
                    <a:pt x="1" y="10258"/>
                  </a:lnTo>
                  <a:cubicBezTo>
                    <a:pt x="1" y="10975"/>
                    <a:pt x="582" y="11557"/>
                    <a:pt x="1299" y="11557"/>
                  </a:cubicBezTo>
                  <a:lnTo>
                    <a:pt x="3913" y="11557"/>
                  </a:lnTo>
                  <a:cubicBezTo>
                    <a:pt x="4629" y="11557"/>
                    <a:pt x="5212" y="12138"/>
                    <a:pt x="5212" y="12856"/>
                  </a:cubicBezTo>
                  <a:lnTo>
                    <a:pt x="5212" y="15468"/>
                  </a:lnTo>
                  <a:cubicBezTo>
                    <a:pt x="5212" y="16186"/>
                    <a:pt x="5793" y="16767"/>
                    <a:pt x="6510" y="16767"/>
                  </a:cubicBezTo>
                  <a:lnTo>
                    <a:pt x="10258" y="16767"/>
                  </a:lnTo>
                  <a:cubicBezTo>
                    <a:pt x="10975" y="16767"/>
                    <a:pt x="11556" y="16187"/>
                    <a:pt x="11556" y="15468"/>
                  </a:cubicBezTo>
                  <a:lnTo>
                    <a:pt x="11556" y="12855"/>
                  </a:lnTo>
                  <a:cubicBezTo>
                    <a:pt x="11556" y="12138"/>
                    <a:pt x="12137" y="11556"/>
                    <a:pt x="12855" y="11556"/>
                  </a:cubicBezTo>
                  <a:lnTo>
                    <a:pt x="15470" y="11556"/>
                  </a:lnTo>
                  <a:cubicBezTo>
                    <a:pt x="16186" y="11556"/>
                    <a:pt x="16768" y="10975"/>
                    <a:pt x="16768" y="10257"/>
                  </a:cubicBezTo>
                  <a:lnTo>
                    <a:pt x="16768" y="6510"/>
                  </a:lnTo>
                  <a:cubicBezTo>
                    <a:pt x="16768" y="5795"/>
                    <a:pt x="16186" y="5212"/>
                    <a:pt x="15470" y="5212"/>
                  </a:cubicBezTo>
                  <a:lnTo>
                    <a:pt x="12855" y="5212"/>
                  </a:lnTo>
                  <a:cubicBezTo>
                    <a:pt x="12139" y="5212"/>
                    <a:pt x="11556" y="4631"/>
                    <a:pt x="11556" y="3914"/>
                  </a:cubicBezTo>
                  <a:lnTo>
                    <a:pt x="11556" y="1299"/>
                  </a:lnTo>
                  <a:cubicBezTo>
                    <a:pt x="11556" y="582"/>
                    <a:pt x="10976" y="0"/>
                    <a:pt x="10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2"/>
            <p:cNvSpPr/>
            <p:nvPr/>
          </p:nvSpPr>
          <p:spPr>
            <a:xfrm flipH="1">
              <a:off x="279670" y="4700338"/>
              <a:ext cx="286575" cy="248200"/>
            </a:xfrm>
            <a:custGeom>
              <a:avLst/>
              <a:gdLst/>
              <a:ahLst/>
              <a:cxnLst/>
              <a:rect l="l" t="t" r="r" b="b"/>
              <a:pathLst>
                <a:path w="11463" h="9928" extrusionOk="0">
                  <a:moveTo>
                    <a:pt x="2866" y="0"/>
                  </a:moveTo>
                  <a:lnTo>
                    <a:pt x="0" y="4964"/>
                  </a:lnTo>
                  <a:lnTo>
                    <a:pt x="2866" y="9928"/>
                  </a:lnTo>
                  <a:lnTo>
                    <a:pt x="8596" y="9928"/>
                  </a:lnTo>
                  <a:lnTo>
                    <a:pt x="11462" y="4964"/>
                  </a:lnTo>
                  <a:lnTo>
                    <a:pt x="85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7" name="Google Shape;1367;p32"/>
          <p:cNvGrpSpPr/>
          <p:nvPr/>
        </p:nvGrpSpPr>
        <p:grpSpPr>
          <a:xfrm>
            <a:off x="251957" y="142148"/>
            <a:ext cx="8372299" cy="4843356"/>
            <a:chOff x="251957" y="142148"/>
            <a:chExt cx="8372299" cy="4843356"/>
          </a:xfrm>
        </p:grpSpPr>
        <p:grpSp>
          <p:nvGrpSpPr>
            <p:cNvPr id="1368" name="Google Shape;1368;p32"/>
            <p:cNvGrpSpPr/>
            <p:nvPr/>
          </p:nvGrpSpPr>
          <p:grpSpPr>
            <a:xfrm flipH="1">
              <a:off x="251957" y="142148"/>
              <a:ext cx="838324" cy="185756"/>
              <a:chOff x="4389925" y="459275"/>
              <a:chExt cx="999075" cy="221375"/>
            </a:xfrm>
          </p:grpSpPr>
          <p:sp>
            <p:nvSpPr>
              <p:cNvPr id="1369" name="Google Shape;1369;p32"/>
              <p:cNvSpPr/>
              <p:nvPr/>
            </p:nvSpPr>
            <p:spPr>
              <a:xfrm>
                <a:off x="43899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1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2"/>
              <p:cNvSpPr/>
              <p:nvPr/>
            </p:nvSpPr>
            <p:spPr>
              <a:xfrm>
                <a:off x="45756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2"/>
              <p:cNvSpPr/>
              <p:nvPr/>
            </p:nvSpPr>
            <p:spPr>
              <a:xfrm>
                <a:off x="47613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2"/>
              <p:cNvSpPr/>
              <p:nvPr/>
            </p:nvSpPr>
            <p:spPr>
              <a:xfrm>
                <a:off x="49469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4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2"/>
              <p:cNvSpPr/>
              <p:nvPr/>
            </p:nvSpPr>
            <p:spPr>
              <a:xfrm>
                <a:off x="51326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2"/>
              <p:cNvSpPr/>
              <p:nvPr/>
            </p:nvSpPr>
            <p:spPr>
              <a:xfrm>
                <a:off x="53183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4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32"/>
              <p:cNvSpPr/>
              <p:nvPr/>
            </p:nvSpPr>
            <p:spPr>
              <a:xfrm>
                <a:off x="43899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1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32"/>
              <p:cNvSpPr/>
              <p:nvPr/>
            </p:nvSpPr>
            <p:spPr>
              <a:xfrm>
                <a:off x="45756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32"/>
              <p:cNvSpPr/>
              <p:nvPr/>
            </p:nvSpPr>
            <p:spPr>
              <a:xfrm>
                <a:off x="47613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32"/>
              <p:cNvSpPr/>
              <p:nvPr/>
            </p:nvSpPr>
            <p:spPr>
              <a:xfrm>
                <a:off x="49469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6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32"/>
              <p:cNvSpPr/>
              <p:nvPr/>
            </p:nvSpPr>
            <p:spPr>
              <a:xfrm>
                <a:off x="51326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5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32"/>
              <p:cNvSpPr/>
              <p:nvPr/>
            </p:nvSpPr>
            <p:spPr>
              <a:xfrm>
                <a:off x="53183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4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2193" y="2825"/>
                      <a:pt x="2825" y="2194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1" name="Google Shape;1381;p32"/>
            <p:cNvGrpSpPr/>
            <p:nvPr/>
          </p:nvGrpSpPr>
          <p:grpSpPr>
            <a:xfrm flipH="1">
              <a:off x="7785932" y="4799748"/>
              <a:ext cx="838324" cy="185756"/>
              <a:chOff x="4389925" y="459275"/>
              <a:chExt cx="999075" cy="221375"/>
            </a:xfrm>
          </p:grpSpPr>
          <p:sp>
            <p:nvSpPr>
              <p:cNvPr id="1382" name="Google Shape;1382;p32"/>
              <p:cNvSpPr/>
              <p:nvPr/>
            </p:nvSpPr>
            <p:spPr>
              <a:xfrm>
                <a:off x="43899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1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32"/>
              <p:cNvSpPr/>
              <p:nvPr/>
            </p:nvSpPr>
            <p:spPr>
              <a:xfrm>
                <a:off x="45756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32"/>
              <p:cNvSpPr/>
              <p:nvPr/>
            </p:nvSpPr>
            <p:spPr>
              <a:xfrm>
                <a:off x="476132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2" y="0"/>
                      <a:pt x="1" y="632"/>
                      <a:pt x="1" y="1412"/>
                    </a:cubicBezTo>
                    <a:cubicBezTo>
                      <a:pt x="1" y="2192"/>
                      <a:pt x="633" y="2824"/>
                      <a:pt x="1413" y="2824"/>
                    </a:cubicBezTo>
                    <a:cubicBezTo>
                      <a:pt x="2192" y="2824"/>
                      <a:pt x="2825" y="2192"/>
                      <a:pt x="2825" y="1412"/>
                    </a:cubicBezTo>
                    <a:cubicBezTo>
                      <a:pt x="2825" y="631"/>
                      <a:pt x="2192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32"/>
              <p:cNvSpPr/>
              <p:nvPr/>
            </p:nvSpPr>
            <p:spPr>
              <a:xfrm>
                <a:off x="49469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4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32"/>
              <p:cNvSpPr/>
              <p:nvPr/>
            </p:nvSpPr>
            <p:spPr>
              <a:xfrm>
                <a:off x="51326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3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32"/>
              <p:cNvSpPr/>
              <p:nvPr/>
            </p:nvSpPr>
            <p:spPr>
              <a:xfrm>
                <a:off x="5318375" y="459275"/>
                <a:ext cx="70625" cy="70625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5" extrusionOk="0">
                    <a:moveTo>
                      <a:pt x="1413" y="0"/>
                    </a:moveTo>
                    <a:cubicBezTo>
                      <a:pt x="634" y="0"/>
                      <a:pt x="1" y="632"/>
                      <a:pt x="1" y="1412"/>
                    </a:cubicBezTo>
                    <a:cubicBezTo>
                      <a:pt x="1" y="2192"/>
                      <a:pt x="634" y="2824"/>
                      <a:pt x="1413" y="2824"/>
                    </a:cubicBezTo>
                    <a:cubicBezTo>
                      <a:pt x="2193" y="2824"/>
                      <a:pt x="2825" y="2192"/>
                      <a:pt x="2825" y="1412"/>
                    </a:cubicBezTo>
                    <a:cubicBezTo>
                      <a:pt x="2825" y="631"/>
                      <a:pt x="2193" y="0"/>
                      <a:pt x="14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2"/>
              <p:cNvSpPr/>
              <p:nvPr/>
            </p:nvSpPr>
            <p:spPr>
              <a:xfrm>
                <a:off x="43899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1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32"/>
              <p:cNvSpPr/>
              <p:nvPr/>
            </p:nvSpPr>
            <p:spPr>
              <a:xfrm>
                <a:off x="45756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32"/>
              <p:cNvSpPr/>
              <p:nvPr/>
            </p:nvSpPr>
            <p:spPr>
              <a:xfrm>
                <a:off x="476132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2" y="1"/>
                      <a:pt x="1" y="634"/>
                      <a:pt x="1" y="1413"/>
                    </a:cubicBezTo>
                    <a:cubicBezTo>
                      <a:pt x="1" y="2194"/>
                      <a:pt x="633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4" y="2825"/>
                      <a:pt x="2825" y="2193"/>
                      <a:pt x="2825" y="1413"/>
                    </a:cubicBezTo>
                    <a:cubicBezTo>
                      <a:pt x="2825" y="633"/>
                      <a:pt x="2192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32"/>
              <p:cNvSpPr/>
              <p:nvPr/>
            </p:nvSpPr>
            <p:spPr>
              <a:xfrm>
                <a:off x="49469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6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32"/>
              <p:cNvSpPr/>
              <p:nvPr/>
            </p:nvSpPr>
            <p:spPr>
              <a:xfrm>
                <a:off x="51326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3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1414" y="2825"/>
                      <a:pt x="1415" y="2825"/>
                      <a:pt x="1417" y="2825"/>
                    </a:cubicBezTo>
                    <a:cubicBezTo>
                      <a:pt x="2195" y="2825"/>
                      <a:pt x="2825" y="2193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32"/>
              <p:cNvSpPr/>
              <p:nvPr/>
            </p:nvSpPr>
            <p:spPr>
              <a:xfrm>
                <a:off x="5318375" y="610000"/>
                <a:ext cx="70625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2826" extrusionOk="0">
                    <a:moveTo>
                      <a:pt x="1413" y="1"/>
                    </a:moveTo>
                    <a:cubicBezTo>
                      <a:pt x="634" y="1"/>
                      <a:pt x="1" y="634"/>
                      <a:pt x="1" y="1413"/>
                    </a:cubicBezTo>
                    <a:cubicBezTo>
                      <a:pt x="1" y="2194"/>
                      <a:pt x="634" y="2825"/>
                      <a:pt x="1413" y="2825"/>
                    </a:cubicBezTo>
                    <a:cubicBezTo>
                      <a:pt x="2193" y="2825"/>
                      <a:pt x="2825" y="2194"/>
                      <a:pt x="2825" y="1413"/>
                    </a:cubicBezTo>
                    <a:cubicBezTo>
                      <a:pt x="2825" y="633"/>
                      <a:pt x="2193" y="1"/>
                      <a:pt x="14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94" name="Google Shape;1394;p32"/>
          <p:cNvGrpSpPr/>
          <p:nvPr/>
        </p:nvGrpSpPr>
        <p:grpSpPr>
          <a:xfrm>
            <a:off x="-677625" y="-268650"/>
            <a:ext cx="9956658" cy="5037175"/>
            <a:chOff x="-677625" y="-268650"/>
            <a:chExt cx="9956658" cy="5037175"/>
          </a:xfrm>
        </p:grpSpPr>
        <p:grpSp>
          <p:nvGrpSpPr>
            <p:cNvPr id="1395" name="Google Shape;1395;p32"/>
            <p:cNvGrpSpPr/>
            <p:nvPr/>
          </p:nvGrpSpPr>
          <p:grpSpPr>
            <a:xfrm>
              <a:off x="-677625" y="1017734"/>
              <a:ext cx="1243875" cy="1001841"/>
              <a:chOff x="6198500" y="1668659"/>
              <a:chExt cx="1243875" cy="1001841"/>
            </a:xfrm>
          </p:grpSpPr>
          <p:sp>
            <p:nvSpPr>
              <p:cNvPr id="1396" name="Google Shape;1396;p32"/>
              <p:cNvSpPr/>
              <p:nvPr/>
            </p:nvSpPr>
            <p:spPr>
              <a:xfrm>
                <a:off x="6493125" y="2011125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6" y="0"/>
                    </a:moveTo>
                    <a:lnTo>
                      <a:pt x="1" y="6264"/>
                    </a:lnTo>
                    <a:lnTo>
                      <a:pt x="3616" y="12526"/>
                    </a:lnTo>
                    <a:lnTo>
                      <a:pt x="10847" y="12526"/>
                    </a:lnTo>
                    <a:lnTo>
                      <a:pt x="14463" y="6264"/>
                    </a:lnTo>
                    <a:lnTo>
                      <a:pt x="108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2"/>
              <p:cNvSpPr/>
              <p:nvPr/>
            </p:nvSpPr>
            <p:spPr>
              <a:xfrm>
                <a:off x="6198500" y="1840450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6"/>
                    </a:lnTo>
                    <a:lnTo>
                      <a:pt x="10848" y="12526"/>
                    </a:lnTo>
                    <a:lnTo>
                      <a:pt x="14463" y="6262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2"/>
              <p:cNvSpPr/>
              <p:nvPr/>
            </p:nvSpPr>
            <p:spPr>
              <a:xfrm>
                <a:off x="6493125" y="2357350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6" y="0"/>
                    </a:moveTo>
                    <a:lnTo>
                      <a:pt x="1" y="6264"/>
                    </a:lnTo>
                    <a:lnTo>
                      <a:pt x="3616" y="12526"/>
                    </a:lnTo>
                    <a:lnTo>
                      <a:pt x="10847" y="12526"/>
                    </a:lnTo>
                    <a:lnTo>
                      <a:pt x="14463" y="6264"/>
                    </a:lnTo>
                    <a:lnTo>
                      <a:pt x="108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32"/>
              <p:cNvSpPr/>
              <p:nvPr/>
            </p:nvSpPr>
            <p:spPr>
              <a:xfrm>
                <a:off x="6786275" y="1840450"/>
                <a:ext cx="36162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5" h="12526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6"/>
                    </a:lnTo>
                    <a:lnTo>
                      <a:pt x="10849" y="12526"/>
                    </a:lnTo>
                    <a:lnTo>
                      <a:pt x="14465" y="6262"/>
                    </a:lnTo>
                    <a:lnTo>
                      <a:pt x="108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32"/>
              <p:cNvSpPr/>
              <p:nvPr/>
            </p:nvSpPr>
            <p:spPr>
              <a:xfrm>
                <a:off x="6786275" y="2185050"/>
                <a:ext cx="36162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5" h="12525" extrusionOk="0">
                    <a:moveTo>
                      <a:pt x="3617" y="0"/>
                    </a:moveTo>
                    <a:lnTo>
                      <a:pt x="1" y="6263"/>
                    </a:lnTo>
                    <a:lnTo>
                      <a:pt x="3617" y="12525"/>
                    </a:lnTo>
                    <a:lnTo>
                      <a:pt x="10849" y="12525"/>
                    </a:lnTo>
                    <a:lnTo>
                      <a:pt x="14465" y="6263"/>
                    </a:lnTo>
                    <a:lnTo>
                      <a:pt x="108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32"/>
              <p:cNvSpPr/>
              <p:nvPr/>
            </p:nvSpPr>
            <p:spPr>
              <a:xfrm>
                <a:off x="7080800" y="1668659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6"/>
                    </a:lnTo>
                    <a:lnTo>
                      <a:pt x="10848" y="12526"/>
                    </a:lnTo>
                    <a:lnTo>
                      <a:pt x="14463" y="6262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2" name="Google Shape;1402;p32"/>
            <p:cNvGrpSpPr/>
            <p:nvPr/>
          </p:nvGrpSpPr>
          <p:grpSpPr>
            <a:xfrm flipH="1">
              <a:off x="8624258" y="4110775"/>
              <a:ext cx="654775" cy="657750"/>
              <a:chOff x="7663400" y="2447013"/>
              <a:chExt cx="654775" cy="657750"/>
            </a:xfrm>
          </p:grpSpPr>
          <p:sp>
            <p:nvSpPr>
              <p:cNvPr id="1403" name="Google Shape;1403;p32"/>
              <p:cNvSpPr/>
              <p:nvPr/>
            </p:nvSpPr>
            <p:spPr>
              <a:xfrm>
                <a:off x="7663400" y="2447013"/>
                <a:ext cx="36157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5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5"/>
                    </a:lnTo>
                    <a:lnTo>
                      <a:pt x="10847" y="12525"/>
                    </a:lnTo>
                    <a:lnTo>
                      <a:pt x="14462" y="6262"/>
                    </a:lnTo>
                    <a:lnTo>
                      <a:pt x="108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32"/>
              <p:cNvSpPr/>
              <p:nvPr/>
            </p:nvSpPr>
            <p:spPr>
              <a:xfrm>
                <a:off x="7663400" y="2791638"/>
                <a:ext cx="36157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5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5"/>
                    </a:lnTo>
                    <a:lnTo>
                      <a:pt x="10847" y="12525"/>
                    </a:lnTo>
                    <a:lnTo>
                      <a:pt x="14462" y="6262"/>
                    </a:lnTo>
                    <a:lnTo>
                      <a:pt x="108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2"/>
              <p:cNvSpPr/>
              <p:nvPr/>
            </p:nvSpPr>
            <p:spPr>
              <a:xfrm>
                <a:off x="7956600" y="2619313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7" y="0"/>
                    </a:moveTo>
                    <a:lnTo>
                      <a:pt x="1" y="6263"/>
                    </a:lnTo>
                    <a:lnTo>
                      <a:pt x="3617" y="12526"/>
                    </a:lnTo>
                    <a:lnTo>
                      <a:pt x="10848" y="12526"/>
                    </a:lnTo>
                    <a:lnTo>
                      <a:pt x="14463" y="6263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32"/>
            <p:cNvGrpSpPr/>
            <p:nvPr/>
          </p:nvGrpSpPr>
          <p:grpSpPr>
            <a:xfrm flipH="1">
              <a:off x="7351642" y="-268650"/>
              <a:ext cx="949825" cy="657750"/>
              <a:chOff x="7368350" y="1061350"/>
              <a:chExt cx="949825" cy="657750"/>
            </a:xfrm>
          </p:grpSpPr>
          <p:sp>
            <p:nvSpPr>
              <p:cNvPr id="1407" name="Google Shape;1407;p32"/>
              <p:cNvSpPr/>
              <p:nvPr/>
            </p:nvSpPr>
            <p:spPr>
              <a:xfrm>
                <a:off x="7368350" y="1233675"/>
                <a:ext cx="361575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5" extrusionOk="0">
                    <a:moveTo>
                      <a:pt x="3617" y="0"/>
                    </a:moveTo>
                    <a:lnTo>
                      <a:pt x="1" y="6262"/>
                    </a:lnTo>
                    <a:lnTo>
                      <a:pt x="3617" y="12524"/>
                    </a:lnTo>
                    <a:lnTo>
                      <a:pt x="10848" y="12524"/>
                    </a:lnTo>
                    <a:lnTo>
                      <a:pt x="14463" y="6262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2"/>
              <p:cNvSpPr/>
              <p:nvPr/>
            </p:nvSpPr>
            <p:spPr>
              <a:xfrm>
                <a:off x="7663400" y="1061350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6" y="0"/>
                    </a:moveTo>
                    <a:lnTo>
                      <a:pt x="1" y="6263"/>
                    </a:lnTo>
                    <a:lnTo>
                      <a:pt x="3616" y="12525"/>
                    </a:lnTo>
                    <a:lnTo>
                      <a:pt x="10846" y="12525"/>
                    </a:lnTo>
                    <a:lnTo>
                      <a:pt x="14462" y="6263"/>
                    </a:lnTo>
                    <a:lnTo>
                      <a:pt x="108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2"/>
              <p:cNvSpPr/>
              <p:nvPr/>
            </p:nvSpPr>
            <p:spPr>
              <a:xfrm>
                <a:off x="7663400" y="1405950"/>
                <a:ext cx="361575" cy="313150"/>
              </a:xfrm>
              <a:custGeom>
                <a:avLst/>
                <a:gdLst/>
                <a:ahLst/>
                <a:cxnLst/>
                <a:rect l="l" t="t" r="r" b="b"/>
                <a:pathLst>
                  <a:path w="14463" h="12526" extrusionOk="0">
                    <a:moveTo>
                      <a:pt x="3616" y="0"/>
                    </a:moveTo>
                    <a:lnTo>
                      <a:pt x="1" y="6262"/>
                    </a:lnTo>
                    <a:lnTo>
                      <a:pt x="3616" y="12526"/>
                    </a:lnTo>
                    <a:lnTo>
                      <a:pt x="10846" y="12526"/>
                    </a:lnTo>
                    <a:lnTo>
                      <a:pt x="14462" y="6262"/>
                    </a:lnTo>
                    <a:lnTo>
                      <a:pt x="108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2"/>
              <p:cNvSpPr/>
              <p:nvPr/>
            </p:nvSpPr>
            <p:spPr>
              <a:xfrm>
                <a:off x="7956575" y="1233675"/>
                <a:ext cx="361600" cy="313125"/>
              </a:xfrm>
              <a:custGeom>
                <a:avLst/>
                <a:gdLst/>
                <a:ahLst/>
                <a:cxnLst/>
                <a:rect l="l" t="t" r="r" b="b"/>
                <a:pathLst>
                  <a:path w="14464" h="12525" extrusionOk="0">
                    <a:moveTo>
                      <a:pt x="3616" y="0"/>
                    </a:moveTo>
                    <a:lnTo>
                      <a:pt x="1" y="6262"/>
                    </a:lnTo>
                    <a:lnTo>
                      <a:pt x="3616" y="12524"/>
                    </a:lnTo>
                    <a:lnTo>
                      <a:pt x="10848" y="12524"/>
                    </a:lnTo>
                    <a:lnTo>
                      <a:pt x="14464" y="6262"/>
                    </a:lnTo>
                    <a:lnTo>
                      <a:pt x="10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2" name="Google Shape;1412;p33"/>
          <p:cNvGrpSpPr/>
          <p:nvPr/>
        </p:nvGrpSpPr>
        <p:grpSpPr>
          <a:xfrm>
            <a:off x="7488089" y="198735"/>
            <a:ext cx="838324" cy="185756"/>
            <a:chOff x="4389925" y="459275"/>
            <a:chExt cx="999075" cy="221375"/>
          </a:xfrm>
        </p:grpSpPr>
        <p:sp>
          <p:nvSpPr>
            <p:cNvPr id="1413" name="Google Shape;1413;p33"/>
            <p:cNvSpPr/>
            <p:nvPr/>
          </p:nvSpPr>
          <p:spPr>
            <a:xfrm>
              <a:off x="438992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1" y="0"/>
                    <a:pt x="1" y="632"/>
                    <a:pt x="1" y="1412"/>
                  </a:cubicBezTo>
                  <a:cubicBezTo>
                    <a:pt x="1" y="2192"/>
                    <a:pt x="633" y="2824"/>
                    <a:pt x="1413" y="2824"/>
                  </a:cubicBezTo>
                  <a:cubicBezTo>
                    <a:pt x="2192" y="2824"/>
                    <a:pt x="2825" y="2192"/>
                    <a:pt x="2825" y="1412"/>
                  </a:cubicBezTo>
                  <a:cubicBezTo>
                    <a:pt x="2825" y="631"/>
                    <a:pt x="2192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3"/>
            <p:cNvSpPr/>
            <p:nvPr/>
          </p:nvSpPr>
          <p:spPr>
            <a:xfrm>
              <a:off x="457562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2" y="0"/>
                    <a:pt x="1" y="632"/>
                    <a:pt x="1" y="1412"/>
                  </a:cubicBezTo>
                  <a:cubicBezTo>
                    <a:pt x="1" y="2192"/>
                    <a:pt x="633" y="2824"/>
                    <a:pt x="1413" y="2824"/>
                  </a:cubicBezTo>
                  <a:cubicBezTo>
                    <a:pt x="2192" y="2824"/>
                    <a:pt x="2825" y="2192"/>
                    <a:pt x="2825" y="1412"/>
                  </a:cubicBezTo>
                  <a:cubicBezTo>
                    <a:pt x="2825" y="631"/>
                    <a:pt x="2192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3"/>
            <p:cNvSpPr/>
            <p:nvPr/>
          </p:nvSpPr>
          <p:spPr>
            <a:xfrm>
              <a:off x="476132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2" y="0"/>
                    <a:pt x="1" y="632"/>
                    <a:pt x="1" y="1412"/>
                  </a:cubicBezTo>
                  <a:cubicBezTo>
                    <a:pt x="1" y="2192"/>
                    <a:pt x="633" y="2824"/>
                    <a:pt x="1413" y="2824"/>
                  </a:cubicBezTo>
                  <a:cubicBezTo>
                    <a:pt x="2192" y="2824"/>
                    <a:pt x="2825" y="2192"/>
                    <a:pt x="2825" y="1412"/>
                  </a:cubicBezTo>
                  <a:cubicBezTo>
                    <a:pt x="2825" y="631"/>
                    <a:pt x="2192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3"/>
            <p:cNvSpPr/>
            <p:nvPr/>
          </p:nvSpPr>
          <p:spPr>
            <a:xfrm>
              <a:off x="494697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3" y="0"/>
                    <a:pt x="1" y="632"/>
                    <a:pt x="1" y="1412"/>
                  </a:cubicBezTo>
                  <a:cubicBezTo>
                    <a:pt x="1" y="2192"/>
                    <a:pt x="634" y="2824"/>
                    <a:pt x="1413" y="2824"/>
                  </a:cubicBezTo>
                  <a:cubicBezTo>
                    <a:pt x="2194" y="2824"/>
                    <a:pt x="2825" y="2192"/>
                    <a:pt x="2825" y="1412"/>
                  </a:cubicBezTo>
                  <a:cubicBezTo>
                    <a:pt x="2825" y="631"/>
                    <a:pt x="2193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3"/>
            <p:cNvSpPr/>
            <p:nvPr/>
          </p:nvSpPr>
          <p:spPr>
            <a:xfrm>
              <a:off x="513267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3" y="0"/>
                    <a:pt x="1" y="632"/>
                    <a:pt x="1" y="1412"/>
                  </a:cubicBezTo>
                  <a:cubicBezTo>
                    <a:pt x="1" y="2192"/>
                    <a:pt x="634" y="2824"/>
                    <a:pt x="1413" y="2824"/>
                  </a:cubicBezTo>
                  <a:cubicBezTo>
                    <a:pt x="2193" y="2824"/>
                    <a:pt x="2825" y="2192"/>
                    <a:pt x="2825" y="1412"/>
                  </a:cubicBezTo>
                  <a:cubicBezTo>
                    <a:pt x="2825" y="631"/>
                    <a:pt x="2193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3"/>
            <p:cNvSpPr/>
            <p:nvPr/>
          </p:nvSpPr>
          <p:spPr>
            <a:xfrm>
              <a:off x="531837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4" y="0"/>
                    <a:pt x="1" y="632"/>
                    <a:pt x="1" y="1412"/>
                  </a:cubicBezTo>
                  <a:cubicBezTo>
                    <a:pt x="1" y="2192"/>
                    <a:pt x="634" y="2824"/>
                    <a:pt x="1413" y="2824"/>
                  </a:cubicBezTo>
                  <a:cubicBezTo>
                    <a:pt x="2193" y="2824"/>
                    <a:pt x="2825" y="2192"/>
                    <a:pt x="2825" y="1412"/>
                  </a:cubicBezTo>
                  <a:cubicBezTo>
                    <a:pt x="2825" y="631"/>
                    <a:pt x="2193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3"/>
            <p:cNvSpPr/>
            <p:nvPr/>
          </p:nvSpPr>
          <p:spPr>
            <a:xfrm>
              <a:off x="438992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1" y="1"/>
                    <a:pt x="1" y="634"/>
                    <a:pt x="1" y="1413"/>
                  </a:cubicBezTo>
                  <a:cubicBezTo>
                    <a:pt x="1" y="2194"/>
                    <a:pt x="633" y="2825"/>
                    <a:pt x="1413" y="2825"/>
                  </a:cubicBezTo>
                  <a:cubicBezTo>
                    <a:pt x="1414" y="2825"/>
                    <a:pt x="1415" y="2825"/>
                    <a:pt x="1417" y="2825"/>
                  </a:cubicBezTo>
                  <a:cubicBezTo>
                    <a:pt x="2194" y="2825"/>
                    <a:pt x="2825" y="2193"/>
                    <a:pt x="2825" y="1413"/>
                  </a:cubicBezTo>
                  <a:cubicBezTo>
                    <a:pt x="2825" y="633"/>
                    <a:pt x="2192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3"/>
            <p:cNvSpPr/>
            <p:nvPr/>
          </p:nvSpPr>
          <p:spPr>
            <a:xfrm>
              <a:off x="457562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2" y="1"/>
                    <a:pt x="1" y="634"/>
                    <a:pt x="1" y="1413"/>
                  </a:cubicBezTo>
                  <a:cubicBezTo>
                    <a:pt x="1" y="2194"/>
                    <a:pt x="633" y="2825"/>
                    <a:pt x="1413" y="2825"/>
                  </a:cubicBezTo>
                  <a:cubicBezTo>
                    <a:pt x="1414" y="2825"/>
                    <a:pt x="1415" y="2825"/>
                    <a:pt x="1417" y="2825"/>
                  </a:cubicBezTo>
                  <a:cubicBezTo>
                    <a:pt x="2194" y="2825"/>
                    <a:pt x="2825" y="2193"/>
                    <a:pt x="2825" y="1413"/>
                  </a:cubicBezTo>
                  <a:cubicBezTo>
                    <a:pt x="2825" y="633"/>
                    <a:pt x="2192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3"/>
            <p:cNvSpPr/>
            <p:nvPr/>
          </p:nvSpPr>
          <p:spPr>
            <a:xfrm>
              <a:off x="476132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2" y="1"/>
                    <a:pt x="1" y="634"/>
                    <a:pt x="1" y="1413"/>
                  </a:cubicBezTo>
                  <a:cubicBezTo>
                    <a:pt x="1" y="2194"/>
                    <a:pt x="633" y="2825"/>
                    <a:pt x="1413" y="2825"/>
                  </a:cubicBezTo>
                  <a:cubicBezTo>
                    <a:pt x="1414" y="2825"/>
                    <a:pt x="1415" y="2825"/>
                    <a:pt x="1417" y="2825"/>
                  </a:cubicBezTo>
                  <a:cubicBezTo>
                    <a:pt x="2194" y="2825"/>
                    <a:pt x="2825" y="2193"/>
                    <a:pt x="2825" y="1413"/>
                  </a:cubicBezTo>
                  <a:cubicBezTo>
                    <a:pt x="2825" y="633"/>
                    <a:pt x="2192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3"/>
            <p:cNvSpPr/>
            <p:nvPr/>
          </p:nvSpPr>
          <p:spPr>
            <a:xfrm>
              <a:off x="494697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3" y="1"/>
                    <a:pt x="1" y="634"/>
                    <a:pt x="1" y="1413"/>
                  </a:cubicBezTo>
                  <a:cubicBezTo>
                    <a:pt x="1" y="2194"/>
                    <a:pt x="634" y="2825"/>
                    <a:pt x="1413" y="2825"/>
                  </a:cubicBezTo>
                  <a:cubicBezTo>
                    <a:pt x="1414" y="2825"/>
                    <a:pt x="1415" y="2825"/>
                    <a:pt x="1417" y="2825"/>
                  </a:cubicBezTo>
                  <a:cubicBezTo>
                    <a:pt x="2196" y="2825"/>
                    <a:pt x="2825" y="2193"/>
                    <a:pt x="2825" y="1413"/>
                  </a:cubicBezTo>
                  <a:cubicBezTo>
                    <a:pt x="2825" y="633"/>
                    <a:pt x="2193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3"/>
            <p:cNvSpPr/>
            <p:nvPr/>
          </p:nvSpPr>
          <p:spPr>
            <a:xfrm>
              <a:off x="513267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3" y="1"/>
                    <a:pt x="1" y="634"/>
                    <a:pt x="1" y="1413"/>
                  </a:cubicBezTo>
                  <a:cubicBezTo>
                    <a:pt x="1" y="2194"/>
                    <a:pt x="634" y="2825"/>
                    <a:pt x="1413" y="2825"/>
                  </a:cubicBezTo>
                  <a:cubicBezTo>
                    <a:pt x="1414" y="2825"/>
                    <a:pt x="1415" y="2825"/>
                    <a:pt x="1417" y="2825"/>
                  </a:cubicBezTo>
                  <a:cubicBezTo>
                    <a:pt x="2195" y="2825"/>
                    <a:pt x="2825" y="2193"/>
                    <a:pt x="2825" y="1413"/>
                  </a:cubicBezTo>
                  <a:cubicBezTo>
                    <a:pt x="2825" y="633"/>
                    <a:pt x="2193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3"/>
            <p:cNvSpPr/>
            <p:nvPr/>
          </p:nvSpPr>
          <p:spPr>
            <a:xfrm>
              <a:off x="531837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4" y="1"/>
                    <a:pt x="1" y="634"/>
                    <a:pt x="1" y="1413"/>
                  </a:cubicBezTo>
                  <a:cubicBezTo>
                    <a:pt x="1" y="2194"/>
                    <a:pt x="634" y="2825"/>
                    <a:pt x="1413" y="2825"/>
                  </a:cubicBezTo>
                  <a:cubicBezTo>
                    <a:pt x="2193" y="2825"/>
                    <a:pt x="2825" y="2194"/>
                    <a:pt x="2825" y="1413"/>
                  </a:cubicBezTo>
                  <a:cubicBezTo>
                    <a:pt x="2825" y="633"/>
                    <a:pt x="2193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5" name="Google Shape;1425;p33"/>
          <p:cNvGrpSpPr/>
          <p:nvPr/>
        </p:nvGrpSpPr>
        <p:grpSpPr>
          <a:xfrm>
            <a:off x="385814" y="4727485"/>
            <a:ext cx="838324" cy="185756"/>
            <a:chOff x="4389925" y="459275"/>
            <a:chExt cx="999075" cy="221375"/>
          </a:xfrm>
        </p:grpSpPr>
        <p:sp>
          <p:nvSpPr>
            <p:cNvPr id="1426" name="Google Shape;1426;p33"/>
            <p:cNvSpPr/>
            <p:nvPr/>
          </p:nvSpPr>
          <p:spPr>
            <a:xfrm>
              <a:off x="438992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1" y="0"/>
                    <a:pt x="1" y="632"/>
                    <a:pt x="1" y="1412"/>
                  </a:cubicBezTo>
                  <a:cubicBezTo>
                    <a:pt x="1" y="2192"/>
                    <a:pt x="633" y="2824"/>
                    <a:pt x="1413" y="2824"/>
                  </a:cubicBezTo>
                  <a:cubicBezTo>
                    <a:pt x="2192" y="2824"/>
                    <a:pt x="2825" y="2192"/>
                    <a:pt x="2825" y="1412"/>
                  </a:cubicBezTo>
                  <a:cubicBezTo>
                    <a:pt x="2825" y="631"/>
                    <a:pt x="2192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3"/>
            <p:cNvSpPr/>
            <p:nvPr/>
          </p:nvSpPr>
          <p:spPr>
            <a:xfrm>
              <a:off x="457562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2" y="0"/>
                    <a:pt x="1" y="632"/>
                    <a:pt x="1" y="1412"/>
                  </a:cubicBezTo>
                  <a:cubicBezTo>
                    <a:pt x="1" y="2192"/>
                    <a:pt x="633" y="2824"/>
                    <a:pt x="1413" y="2824"/>
                  </a:cubicBezTo>
                  <a:cubicBezTo>
                    <a:pt x="2192" y="2824"/>
                    <a:pt x="2825" y="2192"/>
                    <a:pt x="2825" y="1412"/>
                  </a:cubicBezTo>
                  <a:cubicBezTo>
                    <a:pt x="2825" y="631"/>
                    <a:pt x="2192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3"/>
            <p:cNvSpPr/>
            <p:nvPr/>
          </p:nvSpPr>
          <p:spPr>
            <a:xfrm>
              <a:off x="476132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2" y="0"/>
                    <a:pt x="1" y="632"/>
                    <a:pt x="1" y="1412"/>
                  </a:cubicBezTo>
                  <a:cubicBezTo>
                    <a:pt x="1" y="2192"/>
                    <a:pt x="633" y="2824"/>
                    <a:pt x="1413" y="2824"/>
                  </a:cubicBezTo>
                  <a:cubicBezTo>
                    <a:pt x="2192" y="2824"/>
                    <a:pt x="2825" y="2192"/>
                    <a:pt x="2825" y="1412"/>
                  </a:cubicBezTo>
                  <a:cubicBezTo>
                    <a:pt x="2825" y="631"/>
                    <a:pt x="2192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3"/>
            <p:cNvSpPr/>
            <p:nvPr/>
          </p:nvSpPr>
          <p:spPr>
            <a:xfrm>
              <a:off x="494697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3" y="0"/>
                    <a:pt x="1" y="632"/>
                    <a:pt x="1" y="1412"/>
                  </a:cubicBezTo>
                  <a:cubicBezTo>
                    <a:pt x="1" y="2192"/>
                    <a:pt x="634" y="2824"/>
                    <a:pt x="1413" y="2824"/>
                  </a:cubicBezTo>
                  <a:cubicBezTo>
                    <a:pt x="2194" y="2824"/>
                    <a:pt x="2825" y="2192"/>
                    <a:pt x="2825" y="1412"/>
                  </a:cubicBezTo>
                  <a:cubicBezTo>
                    <a:pt x="2825" y="631"/>
                    <a:pt x="2193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3"/>
            <p:cNvSpPr/>
            <p:nvPr/>
          </p:nvSpPr>
          <p:spPr>
            <a:xfrm>
              <a:off x="513267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3" y="0"/>
                    <a:pt x="1" y="632"/>
                    <a:pt x="1" y="1412"/>
                  </a:cubicBezTo>
                  <a:cubicBezTo>
                    <a:pt x="1" y="2192"/>
                    <a:pt x="634" y="2824"/>
                    <a:pt x="1413" y="2824"/>
                  </a:cubicBezTo>
                  <a:cubicBezTo>
                    <a:pt x="2193" y="2824"/>
                    <a:pt x="2825" y="2192"/>
                    <a:pt x="2825" y="1412"/>
                  </a:cubicBezTo>
                  <a:cubicBezTo>
                    <a:pt x="2825" y="631"/>
                    <a:pt x="2193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3"/>
            <p:cNvSpPr/>
            <p:nvPr/>
          </p:nvSpPr>
          <p:spPr>
            <a:xfrm>
              <a:off x="5318375" y="459275"/>
              <a:ext cx="70625" cy="70625"/>
            </a:xfrm>
            <a:custGeom>
              <a:avLst/>
              <a:gdLst/>
              <a:ahLst/>
              <a:cxnLst/>
              <a:rect l="l" t="t" r="r" b="b"/>
              <a:pathLst>
                <a:path w="2825" h="2825" extrusionOk="0">
                  <a:moveTo>
                    <a:pt x="1413" y="0"/>
                  </a:moveTo>
                  <a:cubicBezTo>
                    <a:pt x="634" y="0"/>
                    <a:pt x="1" y="632"/>
                    <a:pt x="1" y="1412"/>
                  </a:cubicBezTo>
                  <a:cubicBezTo>
                    <a:pt x="1" y="2192"/>
                    <a:pt x="634" y="2824"/>
                    <a:pt x="1413" y="2824"/>
                  </a:cubicBezTo>
                  <a:cubicBezTo>
                    <a:pt x="2193" y="2824"/>
                    <a:pt x="2825" y="2192"/>
                    <a:pt x="2825" y="1412"/>
                  </a:cubicBezTo>
                  <a:cubicBezTo>
                    <a:pt x="2825" y="631"/>
                    <a:pt x="2193" y="0"/>
                    <a:pt x="1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3"/>
            <p:cNvSpPr/>
            <p:nvPr/>
          </p:nvSpPr>
          <p:spPr>
            <a:xfrm>
              <a:off x="438992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1" y="1"/>
                    <a:pt x="1" y="634"/>
                    <a:pt x="1" y="1413"/>
                  </a:cubicBezTo>
                  <a:cubicBezTo>
                    <a:pt x="1" y="2194"/>
                    <a:pt x="633" y="2825"/>
                    <a:pt x="1413" y="2825"/>
                  </a:cubicBezTo>
                  <a:cubicBezTo>
                    <a:pt x="1414" y="2825"/>
                    <a:pt x="1415" y="2825"/>
                    <a:pt x="1417" y="2825"/>
                  </a:cubicBezTo>
                  <a:cubicBezTo>
                    <a:pt x="2194" y="2825"/>
                    <a:pt x="2825" y="2193"/>
                    <a:pt x="2825" y="1413"/>
                  </a:cubicBezTo>
                  <a:cubicBezTo>
                    <a:pt x="2825" y="633"/>
                    <a:pt x="2192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3"/>
            <p:cNvSpPr/>
            <p:nvPr/>
          </p:nvSpPr>
          <p:spPr>
            <a:xfrm>
              <a:off x="457562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2" y="1"/>
                    <a:pt x="1" y="634"/>
                    <a:pt x="1" y="1413"/>
                  </a:cubicBezTo>
                  <a:cubicBezTo>
                    <a:pt x="1" y="2194"/>
                    <a:pt x="633" y="2825"/>
                    <a:pt x="1413" y="2825"/>
                  </a:cubicBezTo>
                  <a:cubicBezTo>
                    <a:pt x="1414" y="2825"/>
                    <a:pt x="1415" y="2825"/>
                    <a:pt x="1417" y="2825"/>
                  </a:cubicBezTo>
                  <a:cubicBezTo>
                    <a:pt x="2194" y="2825"/>
                    <a:pt x="2825" y="2193"/>
                    <a:pt x="2825" y="1413"/>
                  </a:cubicBezTo>
                  <a:cubicBezTo>
                    <a:pt x="2825" y="633"/>
                    <a:pt x="2192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3"/>
            <p:cNvSpPr/>
            <p:nvPr/>
          </p:nvSpPr>
          <p:spPr>
            <a:xfrm>
              <a:off x="476132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2" y="1"/>
                    <a:pt x="1" y="634"/>
                    <a:pt x="1" y="1413"/>
                  </a:cubicBezTo>
                  <a:cubicBezTo>
                    <a:pt x="1" y="2194"/>
                    <a:pt x="633" y="2825"/>
                    <a:pt x="1413" y="2825"/>
                  </a:cubicBezTo>
                  <a:cubicBezTo>
                    <a:pt x="1414" y="2825"/>
                    <a:pt x="1415" y="2825"/>
                    <a:pt x="1417" y="2825"/>
                  </a:cubicBezTo>
                  <a:cubicBezTo>
                    <a:pt x="2194" y="2825"/>
                    <a:pt x="2825" y="2193"/>
                    <a:pt x="2825" y="1413"/>
                  </a:cubicBezTo>
                  <a:cubicBezTo>
                    <a:pt x="2825" y="633"/>
                    <a:pt x="2192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3"/>
            <p:cNvSpPr/>
            <p:nvPr/>
          </p:nvSpPr>
          <p:spPr>
            <a:xfrm>
              <a:off x="494697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3" y="1"/>
                    <a:pt x="1" y="634"/>
                    <a:pt x="1" y="1413"/>
                  </a:cubicBezTo>
                  <a:cubicBezTo>
                    <a:pt x="1" y="2194"/>
                    <a:pt x="634" y="2825"/>
                    <a:pt x="1413" y="2825"/>
                  </a:cubicBezTo>
                  <a:cubicBezTo>
                    <a:pt x="1414" y="2825"/>
                    <a:pt x="1415" y="2825"/>
                    <a:pt x="1417" y="2825"/>
                  </a:cubicBezTo>
                  <a:cubicBezTo>
                    <a:pt x="2196" y="2825"/>
                    <a:pt x="2825" y="2193"/>
                    <a:pt x="2825" y="1413"/>
                  </a:cubicBezTo>
                  <a:cubicBezTo>
                    <a:pt x="2825" y="633"/>
                    <a:pt x="2193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3"/>
            <p:cNvSpPr/>
            <p:nvPr/>
          </p:nvSpPr>
          <p:spPr>
            <a:xfrm>
              <a:off x="513267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3" y="1"/>
                    <a:pt x="1" y="634"/>
                    <a:pt x="1" y="1413"/>
                  </a:cubicBezTo>
                  <a:cubicBezTo>
                    <a:pt x="1" y="2194"/>
                    <a:pt x="634" y="2825"/>
                    <a:pt x="1413" y="2825"/>
                  </a:cubicBezTo>
                  <a:cubicBezTo>
                    <a:pt x="1414" y="2825"/>
                    <a:pt x="1415" y="2825"/>
                    <a:pt x="1417" y="2825"/>
                  </a:cubicBezTo>
                  <a:cubicBezTo>
                    <a:pt x="2195" y="2825"/>
                    <a:pt x="2825" y="2193"/>
                    <a:pt x="2825" y="1413"/>
                  </a:cubicBezTo>
                  <a:cubicBezTo>
                    <a:pt x="2825" y="633"/>
                    <a:pt x="2193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3"/>
            <p:cNvSpPr/>
            <p:nvPr/>
          </p:nvSpPr>
          <p:spPr>
            <a:xfrm>
              <a:off x="5318375" y="610000"/>
              <a:ext cx="70625" cy="70650"/>
            </a:xfrm>
            <a:custGeom>
              <a:avLst/>
              <a:gdLst/>
              <a:ahLst/>
              <a:cxnLst/>
              <a:rect l="l" t="t" r="r" b="b"/>
              <a:pathLst>
                <a:path w="2825" h="2826" extrusionOk="0">
                  <a:moveTo>
                    <a:pt x="1413" y="1"/>
                  </a:moveTo>
                  <a:cubicBezTo>
                    <a:pt x="634" y="1"/>
                    <a:pt x="1" y="634"/>
                    <a:pt x="1" y="1413"/>
                  </a:cubicBezTo>
                  <a:cubicBezTo>
                    <a:pt x="1" y="2194"/>
                    <a:pt x="634" y="2825"/>
                    <a:pt x="1413" y="2825"/>
                  </a:cubicBezTo>
                  <a:cubicBezTo>
                    <a:pt x="2193" y="2825"/>
                    <a:pt x="2825" y="2194"/>
                    <a:pt x="2825" y="1413"/>
                  </a:cubicBezTo>
                  <a:cubicBezTo>
                    <a:pt x="2825" y="633"/>
                    <a:pt x="2193" y="1"/>
                    <a:pt x="1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8" name="Google Shape;1438;p33"/>
          <p:cNvGrpSpPr/>
          <p:nvPr/>
        </p:nvGrpSpPr>
        <p:grpSpPr>
          <a:xfrm>
            <a:off x="209632" y="156550"/>
            <a:ext cx="1477226" cy="4193861"/>
            <a:chOff x="209632" y="156550"/>
            <a:chExt cx="1477226" cy="4193861"/>
          </a:xfrm>
        </p:grpSpPr>
        <p:sp>
          <p:nvSpPr>
            <p:cNvPr id="1439" name="Google Shape;1439;p33"/>
            <p:cNvSpPr/>
            <p:nvPr/>
          </p:nvSpPr>
          <p:spPr>
            <a:xfrm flipH="1">
              <a:off x="1400283" y="156550"/>
              <a:ext cx="286575" cy="248200"/>
            </a:xfrm>
            <a:custGeom>
              <a:avLst/>
              <a:gdLst/>
              <a:ahLst/>
              <a:cxnLst/>
              <a:rect l="l" t="t" r="r" b="b"/>
              <a:pathLst>
                <a:path w="11463" h="9928" extrusionOk="0">
                  <a:moveTo>
                    <a:pt x="2866" y="0"/>
                  </a:moveTo>
                  <a:lnTo>
                    <a:pt x="0" y="4964"/>
                  </a:lnTo>
                  <a:lnTo>
                    <a:pt x="2866" y="9928"/>
                  </a:lnTo>
                  <a:lnTo>
                    <a:pt x="8596" y="9928"/>
                  </a:lnTo>
                  <a:lnTo>
                    <a:pt x="11462" y="4964"/>
                  </a:lnTo>
                  <a:lnTo>
                    <a:pt x="85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3"/>
            <p:cNvSpPr/>
            <p:nvPr/>
          </p:nvSpPr>
          <p:spPr>
            <a:xfrm>
              <a:off x="209632" y="4103460"/>
              <a:ext cx="246951" cy="246951"/>
            </a:xfrm>
            <a:custGeom>
              <a:avLst/>
              <a:gdLst/>
              <a:ahLst/>
              <a:cxnLst/>
              <a:rect l="l" t="t" r="r" b="b"/>
              <a:pathLst>
                <a:path w="16768" h="16768" extrusionOk="0">
                  <a:moveTo>
                    <a:pt x="6510" y="0"/>
                  </a:moveTo>
                  <a:cubicBezTo>
                    <a:pt x="5794" y="0"/>
                    <a:pt x="5212" y="581"/>
                    <a:pt x="5212" y="1299"/>
                  </a:cubicBezTo>
                  <a:lnTo>
                    <a:pt x="5212" y="3914"/>
                  </a:lnTo>
                  <a:cubicBezTo>
                    <a:pt x="5212" y="4630"/>
                    <a:pt x="4631" y="5212"/>
                    <a:pt x="3913" y="5212"/>
                  </a:cubicBezTo>
                  <a:lnTo>
                    <a:pt x="1299" y="5212"/>
                  </a:lnTo>
                  <a:cubicBezTo>
                    <a:pt x="583" y="5212"/>
                    <a:pt x="1" y="5793"/>
                    <a:pt x="1" y="6511"/>
                  </a:cubicBezTo>
                  <a:lnTo>
                    <a:pt x="1" y="10258"/>
                  </a:lnTo>
                  <a:cubicBezTo>
                    <a:pt x="1" y="10975"/>
                    <a:pt x="582" y="11557"/>
                    <a:pt x="1299" y="11557"/>
                  </a:cubicBezTo>
                  <a:lnTo>
                    <a:pt x="3913" y="11557"/>
                  </a:lnTo>
                  <a:cubicBezTo>
                    <a:pt x="4629" y="11557"/>
                    <a:pt x="5212" y="12138"/>
                    <a:pt x="5212" y="12856"/>
                  </a:cubicBezTo>
                  <a:lnTo>
                    <a:pt x="5212" y="15468"/>
                  </a:lnTo>
                  <a:cubicBezTo>
                    <a:pt x="5212" y="16186"/>
                    <a:pt x="5793" y="16767"/>
                    <a:pt x="6510" y="16767"/>
                  </a:cubicBezTo>
                  <a:lnTo>
                    <a:pt x="10258" y="16767"/>
                  </a:lnTo>
                  <a:cubicBezTo>
                    <a:pt x="10975" y="16767"/>
                    <a:pt x="11556" y="16187"/>
                    <a:pt x="11556" y="15468"/>
                  </a:cubicBezTo>
                  <a:lnTo>
                    <a:pt x="11556" y="12855"/>
                  </a:lnTo>
                  <a:cubicBezTo>
                    <a:pt x="11556" y="12138"/>
                    <a:pt x="12137" y="11556"/>
                    <a:pt x="12855" y="11556"/>
                  </a:cubicBezTo>
                  <a:lnTo>
                    <a:pt x="15470" y="11556"/>
                  </a:lnTo>
                  <a:cubicBezTo>
                    <a:pt x="16186" y="11556"/>
                    <a:pt x="16768" y="10975"/>
                    <a:pt x="16768" y="10257"/>
                  </a:cubicBezTo>
                  <a:lnTo>
                    <a:pt x="16768" y="6510"/>
                  </a:lnTo>
                  <a:cubicBezTo>
                    <a:pt x="16768" y="5795"/>
                    <a:pt x="16186" y="5212"/>
                    <a:pt x="15470" y="5212"/>
                  </a:cubicBezTo>
                  <a:lnTo>
                    <a:pt x="12855" y="5212"/>
                  </a:lnTo>
                  <a:cubicBezTo>
                    <a:pt x="12139" y="5212"/>
                    <a:pt x="11556" y="4631"/>
                    <a:pt x="11556" y="3914"/>
                  </a:cubicBezTo>
                  <a:lnTo>
                    <a:pt x="11556" y="1299"/>
                  </a:lnTo>
                  <a:cubicBezTo>
                    <a:pt x="11556" y="582"/>
                    <a:pt x="10976" y="0"/>
                    <a:pt x="10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3"/>
          <p:cNvGrpSpPr/>
          <p:nvPr/>
        </p:nvGrpSpPr>
        <p:grpSpPr>
          <a:xfrm>
            <a:off x="8628350" y="156538"/>
            <a:ext cx="654775" cy="657750"/>
            <a:chOff x="7663400" y="2447013"/>
            <a:chExt cx="654775" cy="657750"/>
          </a:xfrm>
        </p:grpSpPr>
        <p:sp>
          <p:nvSpPr>
            <p:cNvPr id="1442" name="Google Shape;1442;p33"/>
            <p:cNvSpPr/>
            <p:nvPr/>
          </p:nvSpPr>
          <p:spPr>
            <a:xfrm>
              <a:off x="7663400" y="2447013"/>
              <a:ext cx="361575" cy="313125"/>
            </a:xfrm>
            <a:custGeom>
              <a:avLst/>
              <a:gdLst/>
              <a:ahLst/>
              <a:cxnLst/>
              <a:rect l="l" t="t" r="r" b="b"/>
              <a:pathLst>
                <a:path w="14463" h="12525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5"/>
                  </a:lnTo>
                  <a:lnTo>
                    <a:pt x="10847" y="12525"/>
                  </a:lnTo>
                  <a:lnTo>
                    <a:pt x="14462" y="6262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3"/>
            <p:cNvSpPr/>
            <p:nvPr/>
          </p:nvSpPr>
          <p:spPr>
            <a:xfrm>
              <a:off x="7663400" y="2791638"/>
              <a:ext cx="361575" cy="313125"/>
            </a:xfrm>
            <a:custGeom>
              <a:avLst/>
              <a:gdLst/>
              <a:ahLst/>
              <a:cxnLst/>
              <a:rect l="l" t="t" r="r" b="b"/>
              <a:pathLst>
                <a:path w="14463" h="12525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5"/>
                  </a:lnTo>
                  <a:lnTo>
                    <a:pt x="10847" y="12525"/>
                  </a:lnTo>
                  <a:lnTo>
                    <a:pt x="14462" y="6262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3"/>
            <p:cNvSpPr/>
            <p:nvPr/>
          </p:nvSpPr>
          <p:spPr>
            <a:xfrm>
              <a:off x="7956600" y="2619313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7" y="0"/>
                  </a:moveTo>
                  <a:lnTo>
                    <a:pt x="1" y="6263"/>
                  </a:lnTo>
                  <a:lnTo>
                    <a:pt x="3617" y="12526"/>
                  </a:lnTo>
                  <a:lnTo>
                    <a:pt x="10848" y="12526"/>
                  </a:lnTo>
                  <a:lnTo>
                    <a:pt x="14463" y="6263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33"/>
          <p:cNvGrpSpPr/>
          <p:nvPr/>
        </p:nvGrpSpPr>
        <p:grpSpPr>
          <a:xfrm>
            <a:off x="135288" y="117738"/>
            <a:ext cx="949825" cy="657750"/>
            <a:chOff x="7229325" y="1061350"/>
            <a:chExt cx="949825" cy="657750"/>
          </a:xfrm>
        </p:grpSpPr>
        <p:sp>
          <p:nvSpPr>
            <p:cNvPr id="1446" name="Google Shape;1446;p33"/>
            <p:cNvSpPr/>
            <p:nvPr/>
          </p:nvSpPr>
          <p:spPr>
            <a:xfrm>
              <a:off x="7229325" y="1233675"/>
              <a:ext cx="361575" cy="313125"/>
            </a:xfrm>
            <a:custGeom>
              <a:avLst/>
              <a:gdLst/>
              <a:ahLst/>
              <a:cxnLst/>
              <a:rect l="l" t="t" r="r" b="b"/>
              <a:pathLst>
                <a:path w="14463" h="12525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4"/>
                  </a:lnTo>
                  <a:lnTo>
                    <a:pt x="10848" y="12524"/>
                  </a:lnTo>
                  <a:lnTo>
                    <a:pt x="14463" y="6262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3"/>
            <p:cNvSpPr/>
            <p:nvPr/>
          </p:nvSpPr>
          <p:spPr>
            <a:xfrm>
              <a:off x="7524375" y="1061350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6" y="0"/>
                  </a:moveTo>
                  <a:lnTo>
                    <a:pt x="1" y="6263"/>
                  </a:lnTo>
                  <a:lnTo>
                    <a:pt x="3616" y="12525"/>
                  </a:lnTo>
                  <a:lnTo>
                    <a:pt x="10846" y="12525"/>
                  </a:lnTo>
                  <a:lnTo>
                    <a:pt x="14462" y="6263"/>
                  </a:lnTo>
                  <a:lnTo>
                    <a:pt x="10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3"/>
            <p:cNvSpPr/>
            <p:nvPr/>
          </p:nvSpPr>
          <p:spPr>
            <a:xfrm>
              <a:off x="7524375" y="1405950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6" y="0"/>
                  </a:moveTo>
                  <a:lnTo>
                    <a:pt x="1" y="6262"/>
                  </a:lnTo>
                  <a:lnTo>
                    <a:pt x="3616" y="12526"/>
                  </a:lnTo>
                  <a:lnTo>
                    <a:pt x="10846" y="12526"/>
                  </a:lnTo>
                  <a:lnTo>
                    <a:pt x="14462" y="6262"/>
                  </a:lnTo>
                  <a:lnTo>
                    <a:pt x="10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3"/>
            <p:cNvSpPr/>
            <p:nvPr/>
          </p:nvSpPr>
          <p:spPr>
            <a:xfrm>
              <a:off x="7817550" y="1233675"/>
              <a:ext cx="361600" cy="313125"/>
            </a:xfrm>
            <a:custGeom>
              <a:avLst/>
              <a:gdLst/>
              <a:ahLst/>
              <a:cxnLst/>
              <a:rect l="l" t="t" r="r" b="b"/>
              <a:pathLst>
                <a:path w="14464" h="12525" extrusionOk="0">
                  <a:moveTo>
                    <a:pt x="3616" y="0"/>
                  </a:moveTo>
                  <a:lnTo>
                    <a:pt x="1" y="6262"/>
                  </a:lnTo>
                  <a:lnTo>
                    <a:pt x="3616" y="12524"/>
                  </a:lnTo>
                  <a:lnTo>
                    <a:pt x="10848" y="12524"/>
                  </a:lnTo>
                  <a:lnTo>
                    <a:pt x="14464" y="6262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0" name="Google Shape;1450;p33"/>
          <p:cNvGrpSpPr/>
          <p:nvPr/>
        </p:nvGrpSpPr>
        <p:grpSpPr>
          <a:xfrm rot="10800000" flipH="1">
            <a:off x="8199913" y="4204209"/>
            <a:ext cx="1243875" cy="1001841"/>
            <a:chOff x="6198500" y="1668659"/>
            <a:chExt cx="1243875" cy="1001841"/>
          </a:xfrm>
        </p:grpSpPr>
        <p:sp>
          <p:nvSpPr>
            <p:cNvPr id="1451" name="Google Shape;1451;p33"/>
            <p:cNvSpPr/>
            <p:nvPr/>
          </p:nvSpPr>
          <p:spPr>
            <a:xfrm>
              <a:off x="6493125" y="2011125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6" y="0"/>
                  </a:moveTo>
                  <a:lnTo>
                    <a:pt x="1" y="6264"/>
                  </a:lnTo>
                  <a:lnTo>
                    <a:pt x="3616" y="12526"/>
                  </a:lnTo>
                  <a:lnTo>
                    <a:pt x="10847" y="12526"/>
                  </a:lnTo>
                  <a:lnTo>
                    <a:pt x="14463" y="6264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3"/>
            <p:cNvSpPr/>
            <p:nvPr/>
          </p:nvSpPr>
          <p:spPr>
            <a:xfrm>
              <a:off x="6198500" y="1840450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6"/>
                  </a:lnTo>
                  <a:lnTo>
                    <a:pt x="10848" y="12526"/>
                  </a:lnTo>
                  <a:lnTo>
                    <a:pt x="14463" y="6262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3"/>
            <p:cNvSpPr/>
            <p:nvPr/>
          </p:nvSpPr>
          <p:spPr>
            <a:xfrm>
              <a:off x="6493125" y="2357350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6" y="0"/>
                  </a:moveTo>
                  <a:lnTo>
                    <a:pt x="1" y="6264"/>
                  </a:lnTo>
                  <a:lnTo>
                    <a:pt x="3616" y="12526"/>
                  </a:lnTo>
                  <a:lnTo>
                    <a:pt x="10847" y="12526"/>
                  </a:lnTo>
                  <a:lnTo>
                    <a:pt x="14463" y="6264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6786275" y="1840450"/>
              <a:ext cx="361625" cy="313150"/>
            </a:xfrm>
            <a:custGeom>
              <a:avLst/>
              <a:gdLst/>
              <a:ahLst/>
              <a:cxnLst/>
              <a:rect l="l" t="t" r="r" b="b"/>
              <a:pathLst>
                <a:path w="14465" h="12526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6"/>
                  </a:lnTo>
                  <a:lnTo>
                    <a:pt x="10849" y="12526"/>
                  </a:lnTo>
                  <a:lnTo>
                    <a:pt x="14465" y="6262"/>
                  </a:lnTo>
                  <a:lnTo>
                    <a:pt x="108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6786275" y="2185050"/>
              <a:ext cx="361625" cy="313125"/>
            </a:xfrm>
            <a:custGeom>
              <a:avLst/>
              <a:gdLst/>
              <a:ahLst/>
              <a:cxnLst/>
              <a:rect l="l" t="t" r="r" b="b"/>
              <a:pathLst>
                <a:path w="14465" h="12525" extrusionOk="0">
                  <a:moveTo>
                    <a:pt x="3617" y="0"/>
                  </a:moveTo>
                  <a:lnTo>
                    <a:pt x="1" y="6263"/>
                  </a:lnTo>
                  <a:lnTo>
                    <a:pt x="3617" y="12525"/>
                  </a:lnTo>
                  <a:lnTo>
                    <a:pt x="10849" y="12525"/>
                  </a:lnTo>
                  <a:lnTo>
                    <a:pt x="14465" y="6263"/>
                  </a:lnTo>
                  <a:lnTo>
                    <a:pt x="108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7080800" y="1668659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6"/>
                  </a:lnTo>
                  <a:lnTo>
                    <a:pt x="10848" y="12526"/>
                  </a:lnTo>
                  <a:lnTo>
                    <a:pt x="14463" y="6262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8" r:id="rId4"/>
    <p:sldLayoutId id="2147483678" r:id="rId5"/>
    <p:sldLayoutId id="214748367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7" name="Google Shape;1467;p37"/>
          <p:cNvGrpSpPr/>
          <p:nvPr/>
        </p:nvGrpSpPr>
        <p:grpSpPr>
          <a:xfrm>
            <a:off x="4542250" y="1400909"/>
            <a:ext cx="1243875" cy="1001841"/>
            <a:chOff x="6198500" y="1668659"/>
            <a:chExt cx="1243875" cy="1001841"/>
          </a:xfrm>
        </p:grpSpPr>
        <p:sp>
          <p:nvSpPr>
            <p:cNvPr id="1468" name="Google Shape;1468;p37"/>
            <p:cNvSpPr/>
            <p:nvPr/>
          </p:nvSpPr>
          <p:spPr>
            <a:xfrm>
              <a:off x="6493125" y="2011125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6" y="0"/>
                  </a:moveTo>
                  <a:lnTo>
                    <a:pt x="1" y="6264"/>
                  </a:lnTo>
                  <a:lnTo>
                    <a:pt x="3616" y="12526"/>
                  </a:lnTo>
                  <a:lnTo>
                    <a:pt x="10847" y="12526"/>
                  </a:lnTo>
                  <a:lnTo>
                    <a:pt x="14463" y="6264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7"/>
            <p:cNvSpPr/>
            <p:nvPr/>
          </p:nvSpPr>
          <p:spPr>
            <a:xfrm>
              <a:off x="6198500" y="1840450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6"/>
                  </a:lnTo>
                  <a:lnTo>
                    <a:pt x="10848" y="12526"/>
                  </a:lnTo>
                  <a:lnTo>
                    <a:pt x="14463" y="6262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7"/>
            <p:cNvSpPr/>
            <p:nvPr/>
          </p:nvSpPr>
          <p:spPr>
            <a:xfrm>
              <a:off x="6493125" y="2357350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6" y="0"/>
                  </a:moveTo>
                  <a:lnTo>
                    <a:pt x="1" y="6264"/>
                  </a:lnTo>
                  <a:lnTo>
                    <a:pt x="3616" y="12526"/>
                  </a:lnTo>
                  <a:lnTo>
                    <a:pt x="10847" y="12526"/>
                  </a:lnTo>
                  <a:lnTo>
                    <a:pt x="14463" y="6264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7"/>
            <p:cNvSpPr/>
            <p:nvPr/>
          </p:nvSpPr>
          <p:spPr>
            <a:xfrm>
              <a:off x="6786275" y="1840450"/>
              <a:ext cx="361625" cy="313150"/>
            </a:xfrm>
            <a:custGeom>
              <a:avLst/>
              <a:gdLst/>
              <a:ahLst/>
              <a:cxnLst/>
              <a:rect l="l" t="t" r="r" b="b"/>
              <a:pathLst>
                <a:path w="14465" h="12526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6"/>
                  </a:lnTo>
                  <a:lnTo>
                    <a:pt x="10849" y="12526"/>
                  </a:lnTo>
                  <a:lnTo>
                    <a:pt x="14465" y="6262"/>
                  </a:lnTo>
                  <a:lnTo>
                    <a:pt x="108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7"/>
            <p:cNvSpPr/>
            <p:nvPr/>
          </p:nvSpPr>
          <p:spPr>
            <a:xfrm>
              <a:off x="6786275" y="2185050"/>
              <a:ext cx="361625" cy="313125"/>
            </a:xfrm>
            <a:custGeom>
              <a:avLst/>
              <a:gdLst/>
              <a:ahLst/>
              <a:cxnLst/>
              <a:rect l="l" t="t" r="r" b="b"/>
              <a:pathLst>
                <a:path w="14465" h="12525" extrusionOk="0">
                  <a:moveTo>
                    <a:pt x="3617" y="0"/>
                  </a:moveTo>
                  <a:lnTo>
                    <a:pt x="1" y="6263"/>
                  </a:lnTo>
                  <a:lnTo>
                    <a:pt x="3617" y="12525"/>
                  </a:lnTo>
                  <a:lnTo>
                    <a:pt x="10849" y="12525"/>
                  </a:lnTo>
                  <a:lnTo>
                    <a:pt x="14465" y="6263"/>
                  </a:lnTo>
                  <a:lnTo>
                    <a:pt x="108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7"/>
            <p:cNvSpPr/>
            <p:nvPr/>
          </p:nvSpPr>
          <p:spPr>
            <a:xfrm>
              <a:off x="7080800" y="1668659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6"/>
                  </a:lnTo>
                  <a:lnTo>
                    <a:pt x="10848" y="12526"/>
                  </a:lnTo>
                  <a:lnTo>
                    <a:pt x="14463" y="6262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74" name="Google Shape;14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0625" y="738675"/>
            <a:ext cx="1660152" cy="145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2975" y="2454925"/>
            <a:ext cx="2369002" cy="207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3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 l="24969"/>
          <a:stretch/>
        </p:blipFill>
        <p:spPr>
          <a:xfrm>
            <a:off x="5067475" y="1075225"/>
            <a:ext cx="3363300" cy="2993100"/>
          </a:xfrm>
          <a:prstGeom prst="hexagon">
            <a:avLst>
              <a:gd name="adj" fmla="val 25000"/>
              <a:gd name="vf" fmla="val 115470"/>
            </a:avLst>
          </a:prstGeom>
        </p:spPr>
      </p:pic>
      <p:sp>
        <p:nvSpPr>
          <p:cNvPr id="1477" name="Google Shape;1477;p37"/>
          <p:cNvSpPr txBox="1">
            <a:spLocks noGrp="1"/>
          </p:cNvSpPr>
          <p:nvPr>
            <p:ph type="ctrTitle"/>
          </p:nvPr>
        </p:nvSpPr>
        <p:spPr>
          <a:xfrm>
            <a:off x="713225" y="1236188"/>
            <a:ext cx="3724500" cy="215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i-FI" sz="2400" dirty="0"/>
              <a:t>Analisis Risiko Kesehatan &amp; </a:t>
            </a:r>
            <a:r>
              <a:rPr lang="fi-FI" sz="2400"/>
              <a:t>Prediksi Durasi </a:t>
            </a:r>
            <a:r>
              <a:rPr lang="fi-FI" sz="2400" dirty="0"/>
              <a:t>Rawat Inap</a:t>
            </a:r>
            <a:endParaRPr sz="2400" dirty="0"/>
          </a:p>
        </p:txBody>
      </p:sp>
      <p:sp>
        <p:nvSpPr>
          <p:cNvPr id="1478" name="Google Shape;1478;p37"/>
          <p:cNvSpPr txBox="1">
            <a:spLocks noGrp="1"/>
          </p:cNvSpPr>
          <p:nvPr>
            <p:ph type="subTitle" idx="1"/>
          </p:nvPr>
        </p:nvSpPr>
        <p:spPr>
          <a:xfrm>
            <a:off x="713225" y="3431513"/>
            <a:ext cx="3724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Prasetyo Saputro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Analyst|Data Scientist</a:t>
            </a:r>
            <a:endParaRPr dirty="0"/>
          </a:p>
        </p:txBody>
      </p:sp>
      <p:grpSp>
        <p:nvGrpSpPr>
          <p:cNvPr id="1479" name="Google Shape;1479;p37"/>
          <p:cNvGrpSpPr/>
          <p:nvPr/>
        </p:nvGrpSpPr>
        <p:grpSpPr>
          <a:xfrm>
            <a:off x="5593263" y="913769"/>
            <a:ext cx="492502" cy="434991"/>
            <a:chOff x="5233025" y="493775"/>
            <a:chExt cx="836025" cy="738400"/>
          </a:xfrm>
        </p:grpSpPr>
        <p:sp>
          <p:nvSpPr>
            <p:cNvPr id="1480" name="Google Shape;1480;p37"/>
            <p:cNvSpPr/>
            <p:nvPr/>
          </p:nvSpPr>
          <p:spPr>
            <a:xfrm>
              <a:off x="5233025" y="493775"/>
              <a:ext cx="836025" cy="738400"/>
            </a:xfrm>
            <a:custGeom>
              <a:avLst/>
              <a:gdLst/>
              <a:ahLst/>
              <a:cxnLst/>
              <a:rect l="l" t="t" r="r" b="b"/>
              <a:pathLst>
                <a:path w="33441" h="29536" extrusionOk="0">
                  <a:moveTo>
                    <a:pt x="9933" y="1"/>
                  </a:moveTo>
                  <a:cubicBezTo>
                    <a:pt x="8859" y="1"/>
                    <a:pt x="7865" y="575"/>
                    <a:pt x="7326" y="1507"/>
                  </a:cubicBezTo>
                  <a:lnTo>
                    <a:pt x="539" y="13263"/>
                  </a:lnTo>
                  <a:cubicBezTo>
                    <a:pt x="1" y="14194"/>
                    <a:pt x="1" y="15342"/>
                    <a:pt x="539" y="16273"/>
                  </a:cubicBezTo>
                  <a:lnTo>
                    <a:pt x="7326" y="28029"/>
                  </a:lnTo>
                  <a:cubicBezTo>
                    <a:pt x="7865" y="28961"/>
                    <a:pt x="8859" y="29535"/>
                    <a:pt x="9933" y="29535"/>
                  </a:cubicBezTo>
                  <a:lnTo>
                    <a:pt x="23508" y="29535"/>
                  </a:lnTo>
                  <a:cubicBezTo>
                    <a:pt x="24584" y="29535"/>
                    <a:pt x="25577" y="28961"/>
                    <a:pt x="26115" y="28029"/>
                  </a:cubicBezTo>
                  <a:lnTo>
                    <a:pt x="32903" y="16273"/>
                  </a:lnTo>
                  <a:cubicBezTo>
                    <a:pt x="33441" y="15342"/>
                    <a:pt x="33441" y="14195"/>
                    <a:pt x="32903" y="13263"/>
                  </a:cubicBezTo>
                  <a:lnTo>
                    <a:pt x="26115" y="1507"/>
                  </a:lnTo>
                  <a:cubicBezTo>
                    <a:pt x="25577" y="575"/>
                    <a:pt x="24584" y="1"/>
                    <a:pt x="23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7"/>
            <p:cNvSpPr/>
            <p:nvPr/>
          </p:nvSpPr>
          <p:spPr>
            <a:xfrm>
              <a:off x="5441425" y="653375"/>
              <a:ext cx="419200" cy="419200"/>
            </a:xfrm>
            <a:custGeom>
              <a:avLst/>
              <a:gdLst/>
              <a:ahLst/>
              <a:cxnLst/>
              <a:rect l="l" t="t" r="r" b="b"/>
              <a:pathLst>
                <a:path w="16768" h="16768" extrusionOk="0">
                  <a:moveTo>
                    <a:pt x="6510" y="0"/>
                  </a:moveTo>
                  <a:cubicBezTo>
                    <a:pt x="5794" y="0"/>
                    <a:pt x="5212" y="581"/>
                    <a:pt x="5212" y="1299"/>
                  </a:cubicBezTo>
                  <a:lnTo>
                    <a:pt x="5212" y="3914"/>
                  </a:lnTo>
                  <a:cubicBezTo>
                    <a:pt x="5212" y="4630"/>
                    <a:pt x="4631" y="5212"/>
                    <a:pt x="3913" y="5212"/>
                  </a:cubicBezTo>
                  <a:lnTo>
                    <a:pt x="1299" y="5212"/>
                  </a:lnTo>
                  <a:cubicBezTo>
                    <a:pt x="583" y="5212"/>
                    <a:pt x="1" y="5793"/>
                    <a:pt x="1" y="6511"/>
                  </a:cubicBezTo>
                  <a:lnTo>
                    <a:pt x="1" y="10258"/>
                  </a:lnTo>
                  <a:cubicBezTo>
                    <a:pt x="1" y="10975"/>
                    <a:pt x="582" y="11557"/>
                    <a:pt x="1299" y="11557"/>
                  </a:cubicBezTo>
                  <a:lnTo>
                    <a:pt x="3913" y="11557"/>
                  </a:lnTo>
                  <a:cubicBezTo>
                    <a:pt x="4629" y="11557"/>
                    <a:pt x="5212" y="12138"/>
                    <a:pt x="5212" y="12856"/>
                  </a:cubicBezTo>
                  <a:lnTo>
                    <a:pt x="5212" y="15468"/>
                  </a:lnTo>
                  <a:cubicBezTo>
                    <a:pt x="5212" y="16186"/>
                    <a:pt x="5793" y="16767"/>
                    <a:pt x="6510" y="16767"/>
                  </a:cubicBezTo>
                  <a:lnTo>
                    <a:pt x="10258" y="16767"/>
                  </a:lnTo>
                  <a:cubicBezTo>
                    <a:pt x="10975" y="16767"/>
                    <a:pt x="11556" y="16187"/>
                    <a:pt x="11556" y="15468"/>
                  </a:cubicBezTo>
                  <a:lnTo>
                    <a:pt x="11556" y="12855"/>
                  </a:lnTo>
                  <a:cubicBezTo>
                    <a:pt x="11556" y="12138"/>
                    <a:pt x="12137" y="11556"/>
                    <a:pt x="12855" y="11556"/>
                  </a:cubicBezTo>
                  <a:lnTo>
                    <a:pt x="15470" y="11556"/>
                  </a:lnTo>
                  <a:cubicBezTo>
                    <a:pt x="16186" y="11556"/>
                    <a:pt x="16768" y="10975"/>
                    <a:pt x="16768" y="10257"/>
                  </a:cubicBezTo>
                  <a:lnTo>
                    <a:pt x="16768" y="6510"/>
                  </a:lnTo>
                  <a:cubicBezTo>
                    <a:pt x="16768" y="5795"/>
                    <a:pt x="16186" y="5212"/>
                    <a:pt x="15470" y="5212"/>
                  </a:cubicBezTo>
                  <a:lnTo>
                    <a:pt x="12855" y="5212"/>
                  </a:lnTo>
                  <a:cubicBezTo>
                    <a:pt x="12139" y="5212"/>
                    <a:pt x="11556" y="4631"/>
                    <a:pt x="11556" y="3914"/>
                  </a:cubicBezTo>
                  <a:lnTo>
                    <a:pt x="11556" y="1299"/>
                  </a:lnTo>
                  <a:cubicBezTo>
                    <a:pt x="11556" y="582"/>
                    <a:pt x="10976" y="0"/>
                    <a:pt x="102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2" name="Google Shape;1482;p37"/>
          <p:cNvSpPr/>
          <p:nvPr/>
        </p:nvSpPr>
        <p:spPr>
          <a:xfrm>
            <a:off x="4044457" y="4438239"/>
            <a:ext cx="246951" cy="246951"/>
          </a:xfrm>
          <a:custGeom>
            <a:avLst/>
            <a:gdLst/>
            <a:ahLst/>
            <a:cxnLst/>
            <a:rect l="l" t="t" r="r" b="b"/>
            <a:pathLst>
              <a:path w="16768" h="16768" extrusionOk="0">
                <a:moveTo>
                  <a:pt x="6510" y="0"/>
                </a:moveTo>
                <a:cubicBezTo>
                  <a:pt x="5794" y="0"/>
                  <a:pt x="5212" y="581"/>
                  <a:pt x="5212" y="1299"/>
                </a:cubicBezTo>
                <a:lnTo>
                  <a:pt x="5212" y="3914"/>
                </a:lnTo>
                <a:cubicBezTo>
                  <a:pt x="5212" y="4630"/>
                  <a:pt x="4631" y="5212"/>
                  <a:pt x="3913" y="5212"/>
                </a:cubicBezTo>
                <a:lnTo>
                  <a:pt x="1299" y="5212"/>
                </a:lnTo>
                <a:cubicBezTo>
                  <a:pt x="583" y="5212"/>
                  <a:pt x="1" y="5793"/>
                  <a:pt x="1" y="6511"/>
                </a:cubicBezTo>
                <a:lnTo>
                  <a:pt x="1" y="10258"/>
                </a:lnTo>
                <a:cubicBezTo>
                  <a:pt x="1" y="10975"/>
                  <a:pt x="582" y="11557"/>
                  <a:pt x="1299" y="11557"/>
                </a:cubicBezTo>
                <a:lnTo>
                  <a:pt x="3913" y="11557"/>
                </a:lnTo>
                <a:cubicBezTo>
                  <a:pt x="4629" y="11557"/>
                  <a:pt x="5212" y="12138"/>
                  <a:pt x="5212" y="12856"/>
                </a:cubicBezTo>
                <a:lnTo>
                  <a:pt x="5212" y="15468"/>
                </a:lnTo>
                <a:cubicBezTo>
                  <a:pt x="5212" y="16186"/>
                  <a:pt x="5793" y="16767"/>
                  <a:pt x="6510" y="16767"/>
                </a:cubicBezTo>
                <a:lnTo>
                  <a:pt x="10258" y="16767"/>
                </a:lnTo>
                <a:cubicBezTo>
                  <a:pt x="10975" y="16767"/>
                  <a:pt x="11556" y="16187"/>
                  <a:pt x="11556" y="15468"/>
                </a:cubicBezTo>
                <a:lnTo>
                  <a:pt x="11556" y="12855"/>
                </a:lnTo>
                <a:cubicBezTo>
                  <a:pt x="11556" y="12138"/>
                  <a:pt x="12137" y="11556"/>
                  <a:pt x="12855" y="11556"/>
                </a:cubicBezTo>
                <a:lnTo>
                  <a:pt x="15470" y="11556"/>
                </a:lnTo>
                <a:cubicBezTo>
                  <a:pt x="16186" y="11556"/>
                  <a:pt x="16768" y="10975"/>
                  <a:pt x="16768" y="10257"/>
                </a:cubicBezTo>
                <a:lnTo>
                  <a:pt x="16768" y="6510"/>
                </a:lnTo>
                <a:cubicBezTo>
                  <a:pt x="16768" y="5795"/>
                  <a:pt x="16186" y="5212"/>
                  <a:pt x="15470" y="5212"/>
                </a:cubicBezTo>
                <a:lnTo>
                  <a:pt x="12855" y="5212"/>
                </a:lnTo>
                <a:cubicBezTo>
                  <a:pt x="12139" y="5212"/>
                  <a:pt x="11556" y="4631"/>
                  <a:pt x="11556" y="3914"/>
                </a:cubicBezTo>
                <a:lnTo>
                  <a:pt x="11556" y="1299"/>
                </a:lnTo>
                <a:cubicBezTo>
                  <a:pt x="11556" y="582"/>
                  <a:pt x="10976" y="0"/>
                  <a:pt x="102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3" name="Google Shape;1483;p37"/>
          <p:cNvGrpSpPr/>
          <p:nvPr/>
        </p:nvGrpSpPr>
        <p:grpSpPr>
          <a:xfrm>
            <a:off x="2539950" y="298300"/>
            <a:ext cx="949825" cy="657750"/>
            <a:chOff x="7368350" y="1061350"/>
            <a:chExt cx="949825" cy="657750"/>
          </a:xfrm>
        </p:grpSpPr>
        <p:sp>
          <p:nvSpPr>
            <p:cNvPr id="1484" name="Google Shape;1484;p37"/>
            <p:cNvSpPr/>
            <p:nvPr/>
          </p:nvSpPr>
          <p:spPr>
            <a:xfrm>
              <a:off x="7368350" y="1233675"/>
              <a:ext cx="361575" cy="313125"/>
            </a:xfrm>
            <a:custGeom>
              <a:avLst/>
              <a:gdLst/>
              <a:ahLst/>
              <a:cxnLst/>
              <a:rect l="l" t="t" r="r" b="b"/>
              <a:pathLst>
                <a:path w="14463" h="12525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4"/>
                  </a:lnTo>
                  <a:lnTo>
                    <a:pt x="10848" y="12524"/>
                  </a:lnTo>
                  <a:lnTo>
                    <a:pt x="14463" y="6262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663400" y="1061350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6" y="0"/>
                  </a:moveTo>
                  <a:lnTo>
                    <a:pt x="1" y="6263"/>
                  </a:lnTo>
                  <a:lnTo>
                    <a:pt x="3616" y="12525"/>
                  </a:lnTo>
                  <a:lnTo>
                    <a:pt x="10846" y="12525"/>
                  </a:lnTo>
                  <a:lnTo>
                    <a:pt x="14462" y="6263"/>
                  </a:lnTo>
                  <a:lnTo>
                    <a:pt x="10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7663400" y="1405950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6" y="0"/>
                  </a:moveTo>
                  <a:lnTo>
                    <a:pt x="1" y="6262"/>
                  </a:lnTo>
                  <a:lnTo>
                    <a:pt x="3616" y="12526"/>
                  </a:lnTo>
                  <a:lnTo>
                    <a:pt x="10846" y="12526"/>
                  </a:lnTo>
                  <a:lnTo>
                    <a:pt x="14462" y="6262"/>
                  </a:lnTo>
                  <a:lnTo>
                    <a:pt x="10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7956575" y="1233675"/>
              <a:ext cx="361600" cy="313125"/>
            </a:xfrm>
            <a:custGeom>
              <a:avLst/>
              <a:gdLst/>
              <a:ahLst/>
              <a:cxnLst/>
              <a:rect l="l" t="t" r="r" b="b"/>
              <a:pathLst>
                <a:path w="14464" h="12525" extrusionOk="0">
                  <a:moveTo>
                    <a:pt x="3616" y="0"/>
                  </a:moveTo>
                  <a:lnTo>
                    <a:pt x="1" y="6262"/>
                  </a:lnTo>
                  <a:lnTo>
                    <a:pt x="3616" y="12524"/>
                  </a:lnTo>
                  <a:lnTo>
                    <a:pt x="10848" y="12524"/>
                  </a:lnTo>
                  <a:lnTo>
                    <a:pt x="14464" y="6262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Pemahaman Bisnis</a:t>
            </a:r>
            <a:endParaRPr sz="1200" dirty="0"/>
          </a:p>
        </p:txBody>
      </p:sp>
      <p:sp>
        <p:nvSpPr>
          <p:cNvPr id="1493" name="Google Shape;1493;p38"/>
          <p:cNvSpPr txBox="1">
            <a:spLocks noGrp="1"/>
          </p:cNvSpPr>
          <p:nvPr>
            <p:ph type="body" idx="1"/>
          </p:nvPr>
        </p:nvSpPr>
        <p:spPr>
          <a:xfrm>
            <a:off x="777519" y="1668188"/>
            <a:ext cx="7704000" cy="1525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US" sz="1600" dirty="0"/>
              <a:t>Rumah </a:t>
            </a:r>
            <a:r>
              <a:rPr lang="en-US" sz="1600" dirty="0" err="1"/>
              <a:t>sakit</a:t>
            </a:r>
            <a:r>
              <a:rPr lang="en-US" sz="1600" dirty="0"/>
              <a:t> modern </a:t>
            </a:r>
            <a:r>
              <a:rPr lang="en-US" sz="1600" dirty="0" err="1"/>
              <a:t>menghadapi</a:t>
            </a:r>
            <a:r>
              <a:rPr lang="en-US" sz="1600" dirty="0"/>
              <a:t> </a:t>
            </a:r>
            <a:r>
              <a:rPr lang="en-US" sz="1600" dirty="0" err="1"/>
              <a:t>tantangan</a:t>
            </a:r>
            <a:r>
              <a:rPr lang="en-US" sz="1600" dirty="0"/>
              <a:t> </a:t>
            </a:r>
            <a:r>
              <a:rPr lang="en-US" sz="1600" dirty="0" err="1"/>
              <a:t>besar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mengelola</a:t>
            </a:r>
            <a:r>
              <a:rPr lang="en-US" sz="1600" dirty="0"/>
              <a:t> </a:t>
            </a:r>
            <a:r>
              <a:rPr lang="en-US" sz="1600" dirty="0" err="1"/>
              <a:t>kapasitas</a:t>
            </a:r>
            <a:r>
              <a:rPr lang="en-US" sz="1600" dirty="0"/>
              <a:t> </a:t>
            </a:r>
            <a:r>
              <a:rPr lang="en-US" sz="1600" dirty="0" err="1"/>
              <a:t>tempat</a:t>
            </a:r>
            <a:r>
              <a:rPr lang="en-US" sz="1600" dirty="0"/>
              <a:t> </a:t>
            </a:r>
            <a:r>
              <a:rPr lang="en-US" sz="1600" dirty="0" err="1"/>
              <a:t>tidur</a:t>
            </a:r>
            <a:r>
              <a:rPr lang="en-US" sz="1600" dirty="0"/>
              <a:t>, </a:t>
            </a:r>
            <a:r>
              <a:rPr lang="en-US" sz="1600" dirty="0" err="1"/>
              <a:t>mengoptimalkan</a:t>
            </a:r>
            <a:r>
              <a:rPr lang="en-US" sz="1600" dirty="0"/>
              <a:t> </a:t>
            </a:r>
            <a:r>
              <a:rPr lang="en-US" sz="1600" dirty="0" err="1"/>
              <a:t>sumber</a:t>
            </a:r>
            <a:r>
              <a:rPr lang="en-US" sz="1600" dirty="0"/>
              <a:t> </a:t>
            </a:r>
            <a:r>
              <a:rPr lang="en-US" sz="1600" dirty="0" err="1"/>
              <a:t>daya</a:t>
            </a:r>
            <a:r>
              <a:rPr lang="en-US" sz="1600" dirty="0"/>
              <a:t> </a:t>
            </a:r>
            <a:r>
              <a:rPr lang="en-US" sz="1600" dirty="0" err="1"/>
              <a:t>medis</a:t>
            </a:r>
            <a:r>
              <a:rPr lang="en-US" sz="1600" dirty="0"/>
              <a:t>, dan </a:t>
            </a:r>
            <a:r>
              <a:rPr lang="en-US" sz="1600" dirty="0" err="1"/>
              <a:t>meningkatkan</a:t>
            </a:r>
            <a:r>
              <a:rPr lang="en-US" sz="1600" dirty="0"/>
              <a:t> </a:t>
            </a:r>
            <a:r>
              <a:rPr lang="en-US" sz="1600" dirty="0" err="1"/>
              <a:t>kualitas</a:t>
            </a:r>
            <a:r>
              <a:rPr lang="en-US" sz="1600" dirty="0"/>
              <a:t> </a:t>
            </a:r>
            <a:r>
              <a:rPr lang="en-US" sz="1600" dirty="0" err="1"/>
              <a:t>perawatan</a:t>
            </a:r>
            <a:r>
              <a:rPr lang="en-US" sz="1600" dirty="0"/>
              <a:t> </a:t>
            </a:r>
            <a:r>
              <a:rPr lang="en-US" sz="1600" dirty="0" err="1"/>
              <a:t>pasien</a:t>
            </a:r>
            <a:r>
              <a:rPr lang="en-US" sz="1600" dirty="0"/>
              <a:t>. Salah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aspek</a:t>
            </a:r>
            <a:r>
              <a:rPr lang="en-US" sz="1600" dirty="0"/>
              <a:t> </a:t>
            </a:r>
            <a:r>
              <a:rPr lang="en-US" sz="1600" dirty="0" err="1"/>
              <a:t>penting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manajemen</a:t>
            </a:r>
            <a:r>
              <a:rPr lang="en-US" sz="1600" dirty="0"/>
              <a:t> </a:t>
            </a:r>
            <a:r>
              <a:rPr lang="en-US" sz="1600" dirty="0" err="1"/>
              <a:t>operasional</a:t>
            </a:r>
            <a:r>
              <a:rPr lang="en-US" sz="1600" dirty="0"/>
              <a:t> </a:t>
            </a:r>
            <a:r>
              <a:rPr lang="en-US" sz="1600" dirty="0" err="1"/>
              <a:t>rumah</a:t>
            </a:r>
            <a:r>
              <a:rPr lang="en-US" sz="1600" dirty="0"/>
              <a:t> </a:t>
            </a:r>
            <a:r>
              <a:rPr lang="en-US" sz="1600" dirty="0" err="1"/>
              <a:t>sakit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kemampuan</a:t>
            </a:r>
            <a:r>
              <a:rPr lang="en-US" sz="1600" dirty="0"/>
              <a:t> </a:t>
            </a:r>
            <a:r>
              <a:rPr lang="en-US" sz="1600" dirty="0" err="1"/>
              <a:t>memprediksi</a:t>
            </a:r>
            <a:r>
              <a:rPr lang="en-US" sz="1600" dirty="0"/>
              <a:t> </a:t>
            </a:r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medis</a:t>
            </a:r>
            <a:r>
              <a:rPr lang="en-US" sz="1600" dirty="0"/>
              <a:t> </a:t>
            </a:r>
            <a:r>
              <a:rPr lang="en-US" sz="1600" dirty="0" err="1"/>
              <a:t>pasien</a:t>
            </a:r>
            <a:r>
              <a:rPr lang="en-US" sz="1600" dirty="0"/>
              <a:t> dan lama </a:t>
            </a:r>
            <a:r>
              <a:rPr lang="en-US" sz="1600" dirty="0" err="1"/>
              <a:t>rawat</a:t>
            </a:r>
            <a:r>
              <a:rPr lang="en-US" sz="1600" dirty="0"/>
              <a:t> </a:t>
            </a:r>
            <a:r>
              <a:rPr lang="en-US" sz="1600" dirty="0" err="1"/>
              <a:t>inap</a:t>
            </a:r>
            <a:r>
              <a:rPr lang="en-US" sz="1600" dirty="0"/>
              <a:t>. Oleh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 </a:t>
            </a:r>
            <a:r>
              <a:rPr lang="en-US" sz="1600" dirty="0" err="1"/>
              <a:t>penting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memahami</a:t>
            </a:r>
            <a:r>
              <a:rPr lang="en-US" sz="1600" dirty="0"/>
              <a:t> </a:t>
            </a:r>
            <a:r>
              <a:rPr lang="en-US" sz="1600" dirty="0" err="1"/>
              <a:t>faktor-faktor</a:t>
            </a:r>
            <a:r>
              <a:rPr lang="en-US" sz="1600" dirty="0"/>
              <a:t> yang </a:t>
            </a:r>
            <a:r>
              <a:rPr lang="en-US" sz="1600" dirty="0" err="1"/>
              <a:t>mempengaruhi</a:t>
            </a:r>
            <a:r>
              <a:rPr lang="en-US" sz="1600" dirty="0"/>
              <a:t> lama </a:t>
            </a:r>
            <a:r>
              <a:rPr lang="en-US" sz="1600" dirty="0" err="1"/>
              <a:t>rawat</a:t>
            </a:r>
            <a:r>
              <a:rPr lang="en-US" sz="1600" dirty="0"/>
              <a:t> </a:t>
            </a:r>
            <a:r>
              <a:rPr lang="en-US" sz="1600" dirty="0" err="1"/>
              <a:t>inap</a:t>
            </a:r>
            <a:r>
              <a:rPr lang="en-US" sz="1600" dirty="0"/>
              <a:t> dan </a:t>
            </a:r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Medis</a:t>
            </a:r>
            <a:endParaRPr lang="en-US" sz="1600" dirty="0"/>
          </a:p>
          <a:p>
            <a:pPr marL="0" lvl="0" indent="0" algn="just">
              <a:buNone/>
            </a:pPr>
            <a:endParaRPr lang="en-US" sz="16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06EECCB0-A5D4-ABD3-8614-CE25FAED61E2}"/>
              </a:ext>
            </a:extLst>
          </p:cNvPr>
          <p:cNvSpPr txBox="1">
            <a:spLocks/>
          </p:cNvSpPr>
          <p:nvPr/>
        </p:nvSpPr>
        <p:spPr>
          <a:xfrm>
            <a:off x="687494" y="87941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dirty="0" err="1"/>
              <a:t>Konteks</a:t>
            </a:r>
            <a:r>
              <a:rPr lang="en-US" dirty="0"/>
              <a:t> </a:t>
            </a:r>
            <a:r>
              <a:rPr lang="en-US" dirty="0" err="1"/>
              <a:t>Masalah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A1E5FB4F-180E-AA72-F3BD-6BCC38B8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2DFAB1CC-CE10-3443-29CE-6ECE005F3A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Pemahaman Bisnis</a:t>
            </a:r>
            <a:endParaRPr sz="1200" dirty="0"/>
          </a:p>
        </p:txBody>
      </p:sp>
      <p:sp>
        <p:nvSpPr>
          <p:cNvPr id="1493" name="Google Shape;1493;p38">
            <a:extLst>
              <a:ext uri="{FF2B5EF4-FFF2-40B4-BE49-F238E27FC236}">
                <a16:creationId xmlns:a16="http://schemas.microsoft.com/office/drawing/2014/main" id="{8ED10D73-B67B-56E6-FE00-F3E69796B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519" y="1668188"/>
            <a:ext cx="7704000" cy="26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US" sz="1600" dirty="0"/>
              <a:t>Perusahaan </a:t>
            </a:r>
            <a:r>
              <a:rPr lang="en-US" sz="1600" dirty="0" err="1"/>
              <a:t>ingin</a:t>
            </a:r>
            <a:r>
              <a:rPr lang="en-US" sz="1600" dirty="0"/>
              <a:t> </a:t>
            </a:r>
            <a:r>
              <a:rPr lang="en-US" sz="1600" dirty="0" err="1"/>
              <a:t>mengoptimalkan</a:t>
            </a:r>
            <a:r>
              <a:rPr lang="en-US" sz="1600" dirty="0"/>
              <a:t> </a:t>
            </a:r>
            <a:r>
              <a:rPr lang="en-US" sz="1600" dirty="0" err="1"/>
              <a:t>manajemen</a:t>
            </a:r>
            <a:r>
              <a:rPr lang="en-US" sz="1600" dirty="0"/>
              <a:t> </a:t>
            </a:r>
            <a:r>
              <a:rPr lang="en-US" sz="1600" dirty="0" err="1"/>
              <a:t>rumah</a:t>
            </a:r>
            <a:r>
              <a:rPr lang="en-US" sz="1600" dirty="0"/>
              <a:t> </a:t>
            </a:r>
            <a:r>
              <a:rPr lang="en-US" sz="1600" dirty="0" err="1"/>
              <a:t>sakit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memprediksi</a:t>
            </a:r>
            <a:r>
              <a:rPr lang="en-US" sz="1600" dirty="0"/>
              <a:t> </a:t>
            </a:r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medis</a:t>
            </a:r>
            <a:r>
              <a:rPr lang="en-US" sz="1600" dirty="0"/>
              <a:t> dan </a:t>
            </a:r>
            <a:r>
              <a:rPr lang="en-US" sz="1600" dirty="0" err="1"/>
              <a:t>rawat</a:t>
            </a:r>
            <a:r>
              <a:rPr lang="en-US" sz="1600" dirty="0"/>
              <a:t> </a:t>
            </a:r>
            <a:r>
              <a:rPr lang="en-US" sz="1600" dirty="0" err="1"/>
              <a:t>inap.Namun</a:t>
            </a:r>
            <a:r>
              <a:rPr lang="en-US" sz="1600" dirty="0"/>
              <a:t> </a:t>
            </a:r>
            <a:r>
              <a:rPr lang="en-US" sz="1600" dirty="0" err="1"/>
              <a:t>belum</a:t>
            </a:r>
            <a:r>
              <a:rPr lang="en-US" sz="1600" dirty="0"/>
              <a:t> </a:t>
            </a:r>
            <a:r>
              <a:rPr lang="en-US" sz="1600" dirty="0" err="1"/>
              <a:t>memiliki</a:t>
            </a:r>
            <a:r>
              <a:rPr lang="en-US" sz="1600" dirty="0"/>
              <a:t> system </a:t>
            </a:r>
            <a:r>
              <a:rPr lang="en-US" sz="1600" dirty="0" err="1"/>
              <a:t>prediktif</a:t>
            </a:r>
            <a:r>
              <a:rPr lang="en-US" sz="1600" dirty="0"/>
              <a:t>:</a:t>
            </a:r>
          </a:p>
          <a:p>
            <a:pPr marL="285750" indent="-285750" algn="just"/>
            <a:r>
              <a:rPr lang="en-US" sz="1600" dirty="0" err="1"/>
              <a:t>Mengidentifikasi</a:t>
            </a:r>
            <a:r>
              <a:rPr lang="en-US" sz="1600" dirty="0"/>
              <a:t> </a:t>
            </a:r>
            <a:r>
              <a:rPr lang="en-US" sz="1600" dirty="0" err="1"/>
              <a:t>faktor</a:t>
            </a:r>
            <a:r>
              <a:rPr lang="en-US" sz="1600" dirty="0"/>
              <a:t> </a:t>
            </a:r>
            <a:r>
              <a:rPr lang="en-US" sz="1600" dirty="0" err="1"/>
              <a:t>resiko</a:t>
            </a:r>
            <a:r>
              <a:rPr lang="en-US" sz="1600" dirty="0"/>
              <a:t> </a:t>
            </a:r>
            <a:r>
              <a:rPr lang="en-US" sz="1600" dirty="0" err="1"/>
              <a:t>kesehatan</a:t>
            </a:r>
            <a:r>
              <a:rPr lang="en-US" sz="1600" dirty="0"/>
              <a:t> </a:t>
            </a:r>
            <a:r>
              <a:rPr lang="en-US" sz="1600" dirty="0" err="1"/>
              <a:t>pasien</a:t>
            </a:r>
            <a:r>
              <a:rPr lang="en-US" sz="1600" dirty="0"/>
              <a:t> </a:t>
            </a:r>
            <a:r>
              <a:rPr lang="en-US" sz="1600" dirty="0" err="1"/>
              <a:t>berdasarkan</a:t>
            </a:r>
            <a:r>
              <a:rPr lang="en-US" sz="1600" dirty="0"/>
              <a:t> data </a:t>
            </a:r>
            <a:r>
              <a:rPr lang="en-US" sz="1600" dirty="0" err="1"/>
              <a:t>demografis</a:t>
            </a:r>
            <a:r>
              <a:rPr lang="en-US" sz="1600" dirty="0"/>
              <a:t>, </a:t>
            </a:r>
            <a:r>
              <a:rPr lang="en-US" sz="1600" dirty="0" err="1"/>
              <a:t>medis</a:t>
            </a:r>
            <a:r>
              <a:rPr lang="en-US" sz="1600" dirty="0"/>
              <a:t>, dan </a:t>
            </a:r>
            <a:r>
              <a:rPr lang="en-US" sz="1600" dirty="0" err="1"/>
              <a:t>gaya</a:t>
            </a:r>
            <a:r>
              <a:rPr lang="en-US" sz="1600" dirty="0"/>
              <a:t> </a:t>
            </a:r>
            <a:r>
              <a:rPr lang="en-US" sz="1600" dirty="0" err="1"/>
              <a:t>hidup</a:t>
            </a:r>
            <a:r>
              <a:rPr lang="en-US" sz="1600" dirty="0"/>
              <a:t>.</a:t>
            </a:r>
          </a:p>
          <a:p>
            <a:pPr marL="285750" indent="-285750" algn="just"/>
            <a:r>
              <a:rPr lang="en-US" sz="1600" dirty="0" err="1"/>
              <a:t>Mengidentifikasi</a:t>
            </a:r>
            <a:r>
              <a:rPr lang="en-US" sz="1600" dirty="0"/>
              <a:t> </a:t>
            </a:r>
            <a:r>
              <a:rPr lang="en-US" sz="1600" dirty="0" err="1"/>
              <a:t>variabel</a:t>
            </a:r>
            <a:r>
              <a:rPr lang="en-US" sz="1600" dirty="0"/>
              <a:t> paling </a:t>
            </a:r>
            <a:r>
              <a:rPr lang="en-US" sz="1600" dirty="0" err="1"/>
              <a:t>berpengaruh</a:t>
            </a:r>
            <a:r>
              <a:rPr lang="en-US" sz="1600" dirty="0"/>
              <a:t> </a:t>
            </a:r>
            <a:r>
              <a:rPr lang="en-US" sz="1600" dirty="0" err="1"/>
              <a:t>terhadap</a:t>
            </a:r>
            <a:r>
              <a:rPr lang="en-US" sz="1600" dirty="0"/>
              <a:t> </a:t>
            </a:r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medis</a:t>
            </a:r>
            <a:r>
              <a:rPr lang="en-US" sz="1600" dirty="0"/>
              <a:t> dan lama </a:t>
            </a:r>
            <a:r>
              <a:rPr lang="en-US" sz="1600" dirty="0" err="1"/>
              <a:t>rawat</a:t>
            </a:r>
            <a:r>
              <a:rPr lang="en-US" sz="1600" dirty="0"/>
              <a:t> </a:t>
            </a:r>
            <a:r>
              <a:rPr lang="en-US" sz="1600" dirty="0" err="1"/>
              <a:t>inap</a:t>
            </a:r>
            <a:r>
              <a:rPr lang="en-US" sz="1600" dirty="0"/>
              <a:t>.</a:t>
            </a:r>
          </a:p>
          <a:p>
            <a:pPr marL="285750" indent="-285750" algn="just"/>
            <a:r>
              <a:rPr lang="en-US" sz="1600" dirty="0" err="1"/>
              <a:t>Memberikan</a:t>
            </a:r>
            <a:r>
              <a:rPr lang="en-US" sz="1600" dirty="0"/>
              <a:t> </a:t>
            </a:r>
            <a:r>
              <a:rPr lang="en-US" sz="1600" dirty="0" err="1"/>
              <a:t>rekomendasi</a:t>
            </a:r>
            <a:r>
              <a:rPr lang="en-US" sz="1600" dirty="0"/>
              <a:t> </a:t>
            </a:r>
            <a:r>
              <a:rPr lang="en-US" sz="1600" dirty="0" err="1"/>
              <a:t>berbasis</a:t>
            </a:r>
            <a:r>
              <a:rPr lang="en-US" sz="1600" dirty="0"/>
              <a:t> data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membantu</a:t>
            </a:r>
            <a:r>
              <a:rPr lang="en-US" sz="1600" dirty="0"/>
              <a:t> </a:t>
            </a:r>
            <a:r>
              <a:rPr lang="en-US" sz="1600" dirty="0" err="1"/>
              <a:t>pihak</a:t>
            </a:r>
            <a:r>
              <a:rPr lang="en-US" sz="1600" dirty="0"/>
              <a:t> Perusahaan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meningkatkan</a:t>
            </a:r>
            <a:r>
              <a:rPr lang="en-US" sz="1600" dirty="0"/>
              <a:t> </a:t>
            </a:r>
            <a:r>
              <a:rPr lang="en-US" sz="1600" dirty="0" err="1"/>
              <a:t>efisiensi</a:t>
            </a:r>
            <a:r>
              <a:rPr lang="en-US" sz="1600" dirty="0"/>
              <a:t> </a:t>
            </a:r>
            <a:r>
              <a:rPr lang="en-US" sz="1600" dirty="0" err="1"/>
              <a:t>layanan</a:t>
            </a:r>
            <a:r>
              <a:rPr lang="en-US" sz="1600" dirty="0"/>
              <a:t> dan </a:t>
            </a:r>
            <a:r>
              <a:rPr lang="en-US" sz="1600" dirty="0" err="1"/>
              <a:t>kualitas</a:t>
            </a:r>
            <a:r>
              <a:rPr lang="en-US" sz="1600" dirty="0"/>
              <a:t> </a:t>
            </a:r>
            <a:r>
              <a:rPr lang="en-US" sz="1600" dirty="0" err="1"/>
              <a:t>perawatan</a:t>
            </a:r>
            <a:r>
              <a:rPr lang="en-US" sz="1600" dirty="0"/>
              <a:t> </a:t>
            </a:r>
            <a:r>
              <a:rPr lang="en-US" sz="1600" dirty="0" err="1"/>
              <a:t>pasien</a:t>
            </a:r>
            <a:endParaRPr lang="en-US" sz="16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406AC426-8DD5-BE54-FB6E-773BC93E74E6}"/>
              </a:ext>
            </a:extLst>
          </p:cNvPr>
          <p:cNvSpPr txBox="1">
            <a:spLocks/>
          </p:cNvSpPr>
          <p:nvPr/>
        </p:nvSpPr>
        <p:spPr>
          <a:xfrm>
            <a:off x="720000" y="85791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dirty="0"/>
              <a:t>Tujuan</a:t>
            </a:r>
          </a:p>
        </p:txBody>
      </p:sp>
    </p:spTree>
    <p:extLst>
      <p:ext uri="{BB962C8B-B14F-4D97-AF65-F5344CB8AC3E}">
        <p14:creationId xmlns:p14="http://schemas.microsoft.com/office/powerpoint/2010/main" val="3520409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2674E996-C313-01E2-4ABA-6369559D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2B8A4656-76AD-A33D-C35D-F51DD1B544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Pemahaman Bisnis</a:t>
            </a:r>
            <a:endParaRPr sz="1200" dirty="0"/>
          </a:p>
        </p:txBody>
      </p:sp>
      <p:sp>
        <p:nvSpPr>
          <p:cNvPr id="1493" name="Google Shape;1493;p38">
            <a:extLst>
              <a:ext uri="{FF2B5EF4-FFF2-40B4-BE49-F238E27FC236}">
                <a16:creationId xmlns:a16="http://schemas.microsoft.com/office/drawing/2014/main" id="{9086A93A-595F-E06E-DE73-830BCF728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519" y="1668188"/>
            <a:ext cx="7704000" cy="26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US" sz="1600" dirty="0" err="1"/>
              <a:t>Pendekatan</a:t>
            </a:r>
            <a:r>
              <a:rPr lang="en-US" sz="1600" dirty="0"/>
              <a:t> </a:t>
            </a:r>
            <a:r>
              <a:rPr lang="en-US" sz="1600" dirty="0" err="1"/>
              <a:t>analisis</a:t>
            </a:r>
            <a:r>
              <a:rPr lang="en-US" sz="1600" dirty="0"/>
              <a:t> yang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proyek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meliputi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tahapan</a:t>
            </a:r>
            <a:r>
              <a:rPr lang="en-US" sz="1600" dirty="0"/>
              <a:t>:</a:t>
            </a:r>
          </a:p>
          <a:p>
            <a:pPr marL="285750" indent="-285750" algn="just"/>
            <a:r>
              <a:rPr lang="en-US" sz="1600" dirty="0" err="1"/>
              <a:t>Analisis</a:t>
            </a:r>
            <a:r>
              <a:rPr lang="en-US" sz="1600" dirty="0"/>
              <a:t> </a:t>
            </a:r>
            <a:r>
              <a:rPr lang="en-US" sz="1600" dirty="0" err="1"/>
              <a:t>statistik</a:t>
            </a:r>
            <a:r>
              <a:rPr lang="en-US" sz="1600" dirty="0"/>
              <a:t> dan </a:t>
            </a:r>
            <a:r>
              <a:rPr lang="en-US" sz="1600" dirty="0" err="1"/>
              <a:t>visualisasi</a:t>
            </a:r>
            <a:r>
              <a:rPr lang="en-US" sz="1600" dirty="0"/>
              <a:t> </a:t>
            </a:r>
            <a:r>
              <a:rPr lang="en-US" sz="1600" dirty="0" err="1"/>
              <a:t>hubungan</a:t>
            </a:r>
            <a:r>
              <a:rPr lang="en-US" sz="1600" dirty="0"/>
              <a:t> </a:t>
            </a:r>
            <a:r>
              <a:rPr lang="en-US" sz="1600" dirty="0" err="1"/>
              <a:t>antar</a:t>
            </a:r>
            <a:r>
              <a:rPr lang="en-US" sz="1600" dirty="0"/>
              <a:t> variable </a:t>
            </a:r>
          </a:p>
          <a:p>
            <a:pPr marL="285750" indent="-285750" algn="just"/>
            <a:r>
              <a:rPr lang="en-US" sz="1600" dirty="0" err="1"/>
              <a:t>Pemodelan</a:t>
            </a:r>
            <a:r>
              <a:rPr lang="en-US" sz="1600" dirty="0"/>
              <a:t> </a:t>
            </a:r>
            <a:r>
              <a:rPr lang="en-US" sz="1600" dirty="0" err="1"/>
              <a:t>prediktif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metode</a:t>
            </a:r>
            <a:r>
              <a:rPr lang="en-US" sz="1600" dirty="0"/>
              <a:t> </a:t>
            </a:r>
            <a:r>
              <a:rPr lang="en-US" sz="1600" dirty="0" err="1"/>
              <a:t>klasifikasi</a:t>
            </a:r>
            <a:r>
              <a:rPr lang="en-US" sz="1600" dirty="0"/>
              <a:t> (KNN) dan </a:t>
            </a:r>
            <a:r>
              <a:rPr lang="en-US" sz="1600" dirty="0" err="1"/>
              <a:t>Regresi</a:t>
            </a:r>
            <a:r>
              <a:rPr lang="en-US" sz="1600" dirty="0"/>
              <a:t>(Random Forest)</a:t>
            </a:r>
          </a:p>
          <a:p>
            <a:pPr marL="285750" indent="-285750" algn="just"/>
            <a:r>
              <a:rPr lang="en-US" sz="1600" dirty="0" err="1"/>
              <a:t>menerjemahkan</a:t>
            </a:r>
            <a:r>
              <a:rPr lang="en-US" sz="1600" dirty="0"/>
              <a:t> </a:t>
            </a:r>
            <a:r>
              <a:rPr lang="en-US" sz="1600" dirty="0" err="1"/>
              <a:t>hasil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insight </a:t>
            </a:r>
            <a:r>
              <a:rPr lang="en-US" sz="1600" dirty="0" err="1"/>
              <a:t>bisnis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pengambilan</a:t>
            </a:r>
            <a:r>
              <a:rPr lang="en-US" sz="1600" dirty="0"/>
              <a:t> </a:t>
            </a:r>
            <a:r>
              <a:rPr lang="en-US" sz="1600" dirty="0" err="1"/>
              <a:t>keputusan</a:t>
            </a:r>
            <a:r>
              <a:rPr lang="en-US" sz="1600" dirty="0"/>
              <a:t> </a:t>
            </a:r>
            <a:r>
              <a:rPr lang="en-US" sz="1600" dirty="0" err="1"/>
              <a:t>perusahaan</a:t>
            </a:r>
            <a:endParaRPr lang="en-US" sz="16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9E459BAF-53A1-9C82-66B3-4C90535B183C}"/>
              </a:ext>
            </a:extLst>
          </p:cNvPr>
          <p:cNvSpPr txBox="1">
            <a:spLocks/>
          </p:cNvSpPr>
          <p:nvPr/>
        </p:nvSpPr>
        <p:spPr>
          <a:xfrm>
            <a:off x="720000" y="85791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dirty="0" err="1"/>
              <a:t>Pendekatan</a:t>
            </a:r>
            <a:r>
              <a:rPr lang="en-US" dirty="0"/>
              <a:t> </a:t>
            </a:r>
            <a:r>
              <a:rPr lang="en-US" dirty="0" err="1"/>
              <a:t>Analisis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3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4D283CBE-C479-D798-9469-D791663D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AA203E5B-5EDC-C39C-A80E-E84A44727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Pemahaman Data</a:t>
            </a:r>
            <a:endParaRPr sz="1200" dirty="0"/>
          </a:p>
        </p:txBody>
      </p:sp>
      <p:sp>
        <p:nvSpPr>
          <p:cNvPr id="1493" name="Google Shape;1493;p38">
            <a:extLst>
              <a:ext uri="{FF2B5EF4-FFF2-40B4-BE49-F238E27FC236}">
                <a16:creationId xmlns:a16="http://schemas.microsoft.com/office/drawing/2014/main" id="{DA36E188-E337-2533-5B01-EAA16C547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519" y="1668188"/>
            <a:ext cx="7704000" cy="26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US" sz="1600" dirty="0"/>
              <a:t>Dataset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berisi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pasien</a:t>
            </a:r>
            <a:r>
              <a:rPr lang="en-US" sz="1600" dirty="0"/>
              <a:t> </a:t>
            </a:r>
            <a:r>
              <a:rPr lang="en-US" sz="1600" dirty="0" err="1"/>
              <a:t>rumah</a:t>
            </a:r>
            <a:r>
              <a:rPr lang="en-US" sz="1600" dirty="0"/>
              <a:t> </a:t>
            </a:r>
            <a:r>
              <a:rPr lang="en-US" sz="1600" dirty="0" err="1"/>
              <a:t>sakit</a:t>
            </a:r>
            <a:r>
              <a:rPr lang="en-US" sz="1600" dirty="0"/>
              <a:t> yang </a:t>
            </a:r>
            <a:r>
              <a:rPr lang="en-US" sz="1600" dirty="0" err="1"/>
              <a:t>mencakup</a:t>
            </a:r>
            <a:r>
              <a:rPr lang="en-US" sz="1600" dirty="0"/>
              <a:t> </a:t>
            </a:r>
            <a:r>
              <a:rPr lang="en-US" sz="1600" dirty="0" err="1"/>
              <a:t>faktor-faktor</a:t>
            </a:r>
            <a:r>
              <a:rPr lang="en-US" sz="1600" dirty="0"/>
              <a:t> </a:t>
            </a:r>
            <a:r>
              <a:rPr lang="en-US" sz="1600" dirty="0" err="1"/>
              <a:t>demografis</a:t>
            </a:r>
            <a:r>
              <a:rPr lang="en-US" sz="1600" dirty="0"/>
              <a:t>, </a:t>
            </a:r>
            <a:r>
              <a:rPr lang="en-US" sz="1600" dirty="0" err="1"/>
              <a:t>medis</a:t>
            </a:r>
            <a:r>
              <a:rPr lang="en-US" sz="1600" dirty="0"/>
              <a:t>, dan </a:t>
            </a:r>
            <a:r>
              <a:rPr lang="en-US" sz="1600" dirty="0" err="1"/>
              <a:t>gaya</a:t>
            </a:r>
            <a:r>
              <a:rPr lang="en-US" sz="1600" dirty="0"/>
              <a:t> </a:t>
            </a:r>
            <a:r>
              <a:rPr lang="en-US" sz="1600" dirty="0" err="1"/>
              <a:t>hidup</a:t>
            </a:r>
            <a:r>
              <a:rPr lang="en-US" sz="1600" dirty="0"/>
              <a:t> yang </a:t>
            </a:r>
            <a:r>
              <a:rPr lang="en-US" sz="1600" dirty="0" err="1"/>
              <a:t>berpotensi</a:t>
            </a:r>
            <a:r>
              <a:rPr lang="en-US" sz="1600" dirty="0"/>
              <a:t> </a:t>
            </a:r>
            <a:r>
              <a:rPr lang="en-US" sz="1600" dirty="0" err="1"/>
              <a:t>memengaruhi</a:t>
            </a:r>
            <a:r>
              <a:rPr lang="en-US" sz="1600" dirty="0"/>
              <a:t> </a:t>
            </a:r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medis</a:t>
            </a:r>
            <a:r>
              <a:rPr lang="en-US" sz="1600" dirty="0"/>
              <a:t> </a:t>
            </a:r>
            <a:r>
              <a:rPr lang="en-US" sz="1600" dirty="0" err="1"/>
              <a:t>pasien</a:t>
            </a:r>
            <a:r>
              <a:rPr lang="en-US" sz="1600" dirty="0"/>
              <a:t> </a:t>
            </a:r>
            <a:r>
              <a:rPr lang="en-US" sz="1600" dirty="0" err="1"/>
              <a:t>serta</a:t>
            </a:r>
            <a:r>
              <a:rPr lang="en-US" sz="1600" dirty="0"/>
              <a:t> lama </a:t>
            </a:r>
            <a:r>
              <a:rPr lang="en-US" sz="1600" dirty="0" err="1"/>
              <a:t>rawat</a:t>
            </a:r>
            <a:r>
              <a:rPr lang="en-US" sz="1600" dirty="0"/>
              <a:t> </a:t>
            </a:r>
            <a:r>
              <a:rPr lang="en-US" sz="1600" dirty="0" err="1"/>
              <a:t>inap</a:t>
            </a:r>
            <a:r>
              <a:rPr lang="en-US" sz="1600" dirty="0"/>
              <a:t> (Length of Stay).</a:t>
            </a:r>
          </a:p>
          <a:p>
            <a:pPr marL="0" lvl="0" indent="0" algn="just">
              <a:buNone/>
            </a:pPr>
            <a:r>
              <a:rPr lang="en-US" sz="1600" dirty="0"/>
              <a:t>Data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menggambarkan</a:t>
            </a:r>
            <a:r>
              <a:rPr lang="en-US" sz="1600" dirty="0"/>
              <a:t> </a:t>
            </a:r>
            <a:r>
              <a:rPr lang="en-US" sz="1600" dirty="0" err="1"/>
              <a:t>kombinasi</a:t>
            </a:r>
            <a:r>
              <a:rPr lang="en-US" sz="1600" dirty="0"/>
              <a:t> </a:t>
            </a:r>
            <a:r>
              <a:rPr lang="en-US" sz="1600" dirty="0" err="1"/>
              <a:t>antara</a:t>
            </a:r>
            <a:r>
              <a:rPr lang="en-US" sz="1600" dirty="0"/>
              <a:t> </a:t>
            </a:r>
            <a:r>
              <a:rPr lang="en-US" sz="1600" dirty="0" err="1"/>
              <a:t>indikator</a:t>
            </a:r>
            <a:r>
              <a:rPr lang="en-US" sz="1600" dirty="0"/>
              <a:t> </a:t>
            </a:r>
            <a:r>
              <a:rPr lang="en-US" sz="1600" dirty="0" err="1"/>
              <a:t>klinis</a:t>
            </a:r>
            <a:r>
              <a:rPr lang="en-US" sz="1600" dirty="0"/>
              <a:t> (</a:t>
            </a:r>
            <a:r>
              <a:rPr lang="en-US" sz="1600" dirty="0" err="1"/>
              <a:t>seperti</a:t>
            </a:r>
            <a:r>
              <a:rPr lang="en-US" sz="1600" dirty="0"/>
              <a:t> </a:t>
            </a:r>
            <a:r>
              <a:rPr lang="en-US" sz="1600" dirty="0" err="1"/>
              <a:t>kadar</a:t>
            </a:r>
            <a:r>
              <a:rPr lang="en-US" sz="1600" dirty="0"/>
              <a:t> </a:t>
            </a:r>
            <a:r>
              <a:rPr lang="en-US" sz="1600" dirty="0" err="1"/>
              <a:t>glukosa</a:t>
            </a:r>
            <a:r>
              <a:rPr lang="en-US" sz="1600" dirty="0"/>
              <a:t>, </a:t>
            </a:r>
            <a:r>
              <a:rPr lang="en-US" sz="1600" dirty="0" err="1"/>
              <a:t>tekanan</a:t>
            </a:r>
            <a:r>
              <a:rPr lang="en-US" sz="1600" dirty="0"/>
              <a:t> </a:t>
            </a:r>
            <a:r>
              <a:rPr lang="en-US" sz="1600" dirty="0" err="1"/>
              <a:t>darah</a:t>
            </a:r>
            <a:r>
              <a:rPr lang="en-US" sz="1600" dirty="0"/>
              <a:t>, dan </a:t>
            </a:r>
            <a:r>
              <a:rPr lang="en-US" sz="1600" dirty="0" err="1"/>
              <a:t>kolesterol</a:t>
            </a:r>
            <a:r>
              <a:rPr lang="en-US" sz="1600" dirty="0"/>
              <a:t>) dan </a:t>
            </a:r>
            <a:r>
              <a:rPr lang="en-US" sz="1600" dirty="0" err="1"/>
              <a:t>faktor</a:t>
            </a:r>
            <a:r>
              <a:rPr lang="en-US" sz="1600" dirty="0"/>
              <a:t> </a:t>
            </a:r>
            <a:r>
              <a:rPr lang="en-US" sz="1600" dirty="0" err="1"/>
              <a:t>perilaku</a:t>
            </a:r>
            <a:r>
              <a:rPr lang="en-US" sz="1600" dirty="0"/>
              <a:t> (</a:t>
            </a:r>
            <a:r>
              <a:rPr lang="en-US" sz="1600" dirty="0" err="1"/>
              <a:t>seperti</a:t>
            </a:r>
            <a:r>
              <a:rPr lang="en-US" sz="1600" dirty="0"/>
              <a:t> </a:t>
            </a:r>
            <a:r>
              <a:rPr lang="en-US" sz="1600" dirty="0" err="1"/>
              <a:t>merokok</a:t>
            </a:r>
            <a:r>
              <a:rPr lang="en-US" sz="1600" dirty="0"/>
              <a:t>, </a:t>
            </a:r>
            <a:r>
              <a:rPr lang="en-US" sz="1600" dirty="0" err="1"/>
              <a:t>konsumsi</a:t>
            </a:r>
            <a:r>
              <a:rPr lang="en-US" sz="1600" dirty="0"/>
              <a:t> </a:t>
            </a:r>
            <a:r>
              <a:rPr lang="en-US" sz="1600" dirty="0" err="1"/>
              <a:t>alkohol</a:t>
            </a:r>
            <a:r>
              <a:rPr lang="en-US" sz="1600" dirty="0"/>
              <a:t>, </a:t>
            </a:r>
            <a:r>
              <a:rPr lang="en-US" sz="1600" dirty="0" err="1"/>
              <a:t>aktivitas</a:t>
            </a:r>
            <a:r>
              <a:rPr lang="en-US" sz="1600" dirty="0"/>
              <a:t> </a:t>
            </a:r>
            <a:r>
              <a:rPr lang="en-US" sz="1600" dirty="0" err="1"/>
              <a:t>fisik</a:t>
            </a:r>
            <a:r>
              <a:rPr lang="en-US" sz="1600" dirty="0"/>
              <a:t>, dan </a:t>
            </a:r>
            <a:r>
              <a:rPr lang="en-US" sz="1600" dirty="0" err="1"/>
              <a:t>pola</a:t>
            </a:r>
            <a:r>
              <a:rPr lang="en-US" sz="1600" dirty="0"/>
              <a:t> </a:t>
            </a:r>
            <a:r>
              <a:rPr lang="en-US" sz="1600" dirty="0" err="1"/>
              <a:t>tidur</a:t>
            </a:r>
            <a:r>
              <a:rPr lang="en-US" sz="1600" dirty="0"/>
              <a:t>).</a:t>
            </a:r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7376D6D4-BE12-9802-E4EA-3723A2BFB356}"/>
              </a:ext>
            </a:extLst>
          </p:cNvPr>
          <p:cNvSpPr txBox="1">
            <a:spLocks/>
          </p:cNvSpPr>
          <p:nvPr/>
        </p:nvSpPr>
        <p:spPr>
          <a:xfrm>
            <a:off x="720000" y="85791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dirty="0" err="1"/>
              <a:t>Deskripsi</a:t>
            </a:r>
            <a:r>
              <a:rPr lang="en-US" dirty="0"/>
              <a:t> Dataset</a:t>
            </a:r>
          </a:p>
        </p:txBody>
      </p:sp>
    </p:spTree>
    <p:extLst>
      <p:ext uri="{BB962C8B-B14F-4D97-AF65-F5344CB8AC3E}">
        <p14:creationId xmlns:p14="http://schemas.microsoft.com/office/powerpoint/2010/main" val="3083304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E5AD6857-DA8B-DFFA-C44F-106660E5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F41CD058-DD81-A768-FFDC-BDB8C7E75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Pemahaman Data</a:t>
            </a:r>
            <a:endParaRPr sz="1200" dirty="0"/>
          </a:p>
        </p:txBody>
      </p:sp>
      <p:sp>
        <p:nvSpPr>
          <p:cNvPr id="1493" name="Google Shape;1493;p38">
            <a:extLst>
              <a:ext uri="{FF2B5EF4-FFF2-40B4-BE49-F238E27FC236}">
                <a16:creationId xmlns:a16="http://schemas.microsoft.com/office/drawing/2014/main" id="{84B428F9-E5A8-1BC5-BADD-7214969C9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0320" y="1668188"/>
            <a:ext cx="4844612" cy="2718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b="1" dirty="0"/>
              <a:t>Age</a:t>
            </a:r>
            <a:r>
              <a:rPr lang="en-US" dirty="0"/>
              <a:t>: Patient’s age (in years).</a:t>
            </a:r>
          </a:p>
          <a:p>
            <a:pPr fontAlgn="base"/>
            <a:r>
              <a:rPr lang="en-US" b="1" dirty="0"/>
              <a:t>Gender</a:t>
            </a:r>
            <a:r>
              <a:rPr lang="en-US" dirty="0"/>
              <a:t>: Male / Female.</a:t>
            </a:r>
          </a:p>
          <a:p>
            <a:pPr fontAlgn="base"/>
            <a:r>
              <a:rPr lang="en-US" b="1" dirty="0"/>
              <a:t>Medical Condition</a:t>
            </a:r>
            <a:r>
              <a:rPr lang="en-US" dirty="0"/>
              <a:t>: Reported health condition (e.g., Diabetes, Hypertension, Asthma, Obesity, Healthy).</a:t>
            </a:r>
          </a:p>
          <a:p>
            <a:pPr fontAlgn="base"/>
            <a:r>
              <a:rPr lang="en-US" b="1" dirty="0"/>
              <a:t>Glucose</a:t>
            </a:r>
            <a:r>
              <a:rPr lang="en-US" dirty="0"/>
              <a:t>: Blood glucose level.</a:t>
            </a:r>
          </a:p>
          <a:p>
            <a:pPr fontAlgn="base"/>
            <a:r>
              <a:rPr lang="en-US" b="1" dirty="0"/>
              <a:t>Blood Pressure</a:t>
            </a:r>
            <a:r>
              <a:rPr lang="en-US" dirty="0"/>
              <a:t>: Blood pressure measurement.</a:t>
            </a:r>
          </a:p>
          <a:p>
            <a:pPr fontAlgn="base"/>
            <a:r>
              <a:rPr lang="en-US" b="1" dirty="0"/>
              <a:t>BMI</a:t>
            </a:r>
            <a:r>
              <a:rPr lang="en-US" dirty="0"/>
              <a:t>: Body Mass Index.</a:t>
            </a:r>
          </a:p>
          <a:p>
            <a:pPr fontAlgn="base"/>
            <a:r>
              <a:rPr lang="en-US" b="1" dirty="0"/>
              <a:t>Oxygen Saturation</a:t>
            </a:r>
            <a:r>
              <a:rPr lang="en-US" dirty="0"/>
              <a:t>: Blood oxygen saturation level.</a:t>
            </a:r>
          </a:p>
          <a:p>
            <a:pPr fontAlgn="base"/>
            <a:r>
              <a:rPr lang="en-US" b="1" dirty="0" err="1"/>
              <a:t>LengthOfStay</a:t>
            </a:r>
            <a:r>
              <a:rPr lang="en-US" dirty="0"/>
              <a:t>: Hospital length of stay (days).</a:t>
            </a:r>
          </a:p>
          <a:p>
            <a:pPr fontAlgn="base"/>
            <a:r>
              <a:rPr lang="en-US" b="1" dirty="0"/>
              <a:t>Cholesterol</a:t>
            </a:r>
            <a:r>
              <a:rPr lang="en-US" dirty="0"/>
              <a:t>: Cholesterol level.</a:t>
            </a:r>
          </a:p>
          <a:p>
            <a:pPr fontAlgn="base"/>
            <a:r>
              <a:rPr lang="en-US" b="1" dirty="0"/>
              <a:t>Triglycerides</a:t>
            </a:r>
            <a:r>
              <a:rPr lang="en-US" dirty="0"/>
              <a:t>: Triglyceride level.</a:t>
            </a:r>
          </a:p>
          <a:p>
            <a:pPr fontAlgn="base"/>
            <a:r>
              <a:rPr lang="en-US" b="1" dirty="0"/>
              <a:t>HbA1c</a:t>
            </a:r>
            <a:r>
              <a:rPr lang="en-US" dirty="0"/>
              <a:t>: Hemoglobin A1c (glycated hemoglobin).</a:t>
            </a:r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D52CFFC7-17EF-1132-D2D1-B4FACEEEEA53}"/>
              </a:ext>
            </a:extLst>
          </p:cNvPr>
          <p:cNvSpPr txBox="1">
            <a:spLocks/>
          </p:cNvSpPr>
          <p:nvPr/>
        </p:nvSpPr>
        <p:spPr>
          <a:xfrm>
            <a:off x="720000" y="85791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dirty="0"/>
              <a:t>Fitur-Fitur Utama</a:t>
            </a:r>
          </a:p>
        </p:txBody>
      </p:sp>
      <p:sp>
        <p:nvSpPr>
          <p:cNvPr id="7" name="Google Shape;1493;p38">
            <a:extLst>
              <a:ext uri="{FF2B5EF4-FFF2-40B4-BE49-F238E27FC236}">
                <a16:creationId xmlns:a16="http://schemas.microsoft.com/office/drawing/2014/main" id="{419BFC83-38E2-7BEE-E462-5907BFC21EDF}"/>
              </a:ext>
            </a:extLst>
          </p:cNvPr>
          <p:cNvSpPr txBox="1">
            <a:spLocks/>
          </p:cNvSpPr>
          <p:nvPr/>
        </p:nvSpPr>
        <p:spPr>
          <a:xfrm>
            <a:off x="4480364" y="1668188"/>
            <a:ext cx="4844612" cy="271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fontAlgn="base"/>
            <a:r>
              <a:rPr lang="en-US" b="1" dirty="0"/>
              <a:t>Smoking</a:t>
            </a:r>
            <a:r>
              <a:rPr lang="en-US" dirty="0"/>
              <a:t>: Smoking status (0 = Non-smoker, 1 = Smoker).</a:t>
            </a:r>
          </a:p>
          <a:p>
            <a:pPr fontAlgn="base"/>
            <a:r>
              <a:rPr lang="en-US" b="1" dirty="0"/>
              <a:t>Alcohol</a:t>
            </a:r>
            <a:r>
              <a:rPr lang="en-US" dirty="0"/>
              <a:t>: Alcohol consumption (0 = No, 1 = Yes).</a:t>
            </a:r>
          </a:p>
          <a:p>
            <a:pPr fontAlgn="base"/>
            <a:r>
              <a:rPr lang="en-US" b="1" dirty="0"/>
              <a:t>Physical Activity</a:t>
            </a:r>
            <a:r>
              <a:rPr lang="en-US" dirty="0"/>
              <a:t>: Physical activity (approx. hours/week).</a:t>
            </a:r>
          </a:p>
          <a:p>
            <a:pPr fontAlgn="base"/>
            <a:r>
              <a:rPr lang="en-US" b="1" dirty="0"/>
              <a:t>Diet Score</a:t>
            </a:r>
            <a:r>
              <a:rPr lang="en-US" dirty="0"/>
              <a:t>: Diet quality score (numeric).</a:t>
            </a:r>
          </a:p>
          <a:p>
            <a:pPr fontAlgn="base"/>
            <a:r>
              <a:rPr lang="en-US" b="1" dirty="0"/>
              <a:t>Family History</a:t>
            </a:r>
            <a:r>
              <a:rPr lang="en-US" dirty="0"/>
              <a:t>: Family medical history (0 = No, 1 = Yes).</a:t>
            </a:r>
          </a:p>
          <a:p>
            <a:pPr fontAlgn="base"/>
            <a:r>
              <a:rPr lang="en-US" b="1" dirty="0"/>
              <a:t>Stress Level</a:t>
            </a:r>
            <a:r>
              <a:rPr lang="en-US" dirty="0"/>
              <a:t>: Stress level (numeric scale).</a:t>
            </a:r>
          </a:p>
          <a:p>
            <a:pPr fontAlgn="base"/>
            <a:r>
              <a:rPr lang="en-US" b="1" dirty="0"/>
              <a:t>Sleep Hours</a:t>
            </a:r>
            <a:r>
              <a:rPr lang="en-US" dirty="0"/>
              <a:t>: Average sleep hours per day.</a:t>
            </a:r>
          </a:p>
          <a:p>
            <a:pPr fontAlgn="base"/>
            <a:r>
              <a:rPr lang="en-US" b="1" dirty="0" err="1"/>
              <a:t>random_notes</a:t>
            </a:r>
            <a:r>
              <a:rPr lang="en-US" dirty="0"/>
              <a:t>: Random notes (lorem / ipsum / ###).</a:t>
            </a:r>
          </a:p>
          <a:p>
            <a:pPr fontAlgn="base"/>
            <a:r>
              <a:rPr lang="en-US" b="1" dirty="0" err="1"/>
              <a:t>noise_col</a:t>
            </a:r>
            <a:r>
              <a:rPr lang="en-US" dirty="0"/>
              <a:t>: Noise column (unrelated random values).</a:t>
            </a:r>
          </a:p>
        </p:txBody>
      </p:sp>
    </p:spTree>
    <p:extLst>
      <p:ext uri="{BB962C8B-B14F-4D97-AF65-F5344CB8AC3E}">
        <p14:creationId xmlns:p14="http://schemas.microsoft.com/office/powerpoint/2010/main" val="268571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BA7B2ECA-E573-108F-9564-944C5948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563F2231-3910-020A-3CBC-09B253FC1E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Pembersihan Data</a:t>
            </a:r>
            <a:endParaRPr sz="12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464DBDBC-1B6E-1C1A-2144-E68C6A9ABC6B}"/>
              </a:ext>
            </a:extLst>
          </p:cNvPr>
          <p:cNvSpPr txBox="1">
            <a:spLocks/>
          </p:cNvSpPr>
          <p:nvPr/>
        </p:nvSpPr>
        <p:spPr>
          <a:xfrm>
            <a:off x="720000" y="85791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dirty="0"/>
              <a:t>Proses </a:t>
            </a:r>
            <a:r>
              <a:rPr lang="en-US" dirty="0" err="1"/>
              <a:t>Pembersihan</a:t>
            </a:r>
            <a:r>
              <a:rPr lang="en-US" dirty="0"/>
              <a:t>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D4D4F0-D0A0-09BD-CD36-6AA7994B76A7}"/>
              </a:ext>
            </a:extLst>
          </p:cNvPr>
          <p:cNvSpPr/>
          <p:nvPr/>
        </p:nvSpPr>
        <p:spPr>
          <a:xfrm>
            <a:off x="878681" y="2371725"/>
            <a:ext cx="1678782" cy="914400"/>
          </a:xfrm>
          <a:prstGeom prst="roundRect">
            <a:avLst/>
          </a:prstGeom>
          <a:ln>
            <a:solidFill>
              <a:srgbClr val="00ACDC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M Sans" pitchFamily="2" charset="0"/>
              </a:rPr>
              <a:t>Memeriksa Nilai </a:t>
            </a:r>
            <a:r>
              <a:rPr lang="en-US" dirty="0" err="1">
                <a:latin typeface="DM Sans" pitchFamily="2" charset="0"/>
              </a:rPr>
              <a:t>Hilang</a:t>
            </a:r>
            <a:endParaRPr lang="en-US" dirty="0">
              <a:latin typeface="DM Sans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5D5E15-C8BB-9ED2-5EAE-F08461F9E304}"/>
              </a:ext>
            </a:extLst>
          </p:cNvPr>
          <p:cNvSpPr/>
          <p:nvPr/>
        </p:nvSpPr>
        <p:spPr>
          <a:xfrm>
            <a:off x="3674269" y="2366962"/>
            <a:ext cx="1678782" cy="914400"/>
          </a:xfrm>
          <a:prstGeom prst="roundRect">
            <a:avLst/>
          </a:prstGeom>
          <a:ln>
            <a:solidFill>
              <a:srgbClr val="00ACDC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M Sans" pitchFamily="2" charset="0"/>
              </a:rPr>
              <a:t>Memeriksa Nilai Duplicated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A973B1-50D7-C3F7-6132-902336775B79}"/>
              </a:ext>
            </a:extLst>
          </p:cNvPr>
          <p:cNvSpPr/>
          <p:nvPr/>
        </p:nvSpPr>
        <p:spPr>
          <a:xfrm>
            <a:off x="6522243" y="2366962"/>
            <a:ext cx="1678782" cy="914400"/>
          </a:xfrm>
          <a:prstGeom prst="roundRect">
            <a:avLst/>
          </a:prstGeom>
          <a:ln>
            <a:solidFill>
              <a:srgbClr val="00ACDC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M Sans" pitchFamily="2" charset="0"/>
              </a:rPr>
              <a:t>Memeriksa Format 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BF3AC6-CEB2-5B9C-98B8-B0CCEC9044D8}"/>
              </a:ext>
            </a:extLst>
          </p:cNvPr>
          <p:cNvCxnSpPr>
            <a:cxnSpLocks/>
          </p:cNvCxnSpPr>
          <p:nvPr/>
        </p:nvCxnSpPr>
        <p:spPr>
          <a:xfrm flipV="1">
            <a:off x="2621161" y="2809873"/>
            <a:ext cx="992981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86382B-AC8B-F18F-2F66-3BA2A8DF589D}"/>
              </a:ext>
            </a:extLst>
          </p:cNvPr>
          <p:cNvCxnSpPr/>
          <p:nvPr/>
        </p:nvCxnSpPr>
        <p:spPr>
          <a:xfrm flipV="1">
            <a:off x="5473303" y="2805110"/>
            <a:ext cx="992981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72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82ED7684-B111-6639-6622-B6364120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4FE95F46-371F-FF03-7358-8486D59FD7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Analisis</a:t>
            </a:r>
            <a:r>
              <a:rPr lang="en-US" sz="1200" dirty="0"/>
              <a:t> Data </a:t>
            </a:r>
            <a:r>
              <a:rPr lang="en-US" sz="1200" dirty="0" err="1"/>
              <a:t>Eksploratif</a:t>
            </a:r>
            <a:endParaRPr sz="12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55C037FA-DF99-EFA6-B49D-8CF9FD187E1C}"/>
              </a:ext>
            </a:extLst>
          </p:cNvPr>
          <p:cNvSpPr txBox="1">
            <a:spLocks/>
          </p:cNvSpPr>
          <p:nvPr/>
        </p:nvSpPr>
        <p:spPr>
          <a:xfrm>
            <a:off x="720000" y="85791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Umur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695069-078E-9844-638F-EA7B71898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9" y="1427823"/>
            <a:ext cx="2990806" cy="20106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11E266-8B52-00D2-F37D-0B94149F3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12" y="3438471"/>
            <a:ext cx="3410604" cy="1711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F807B0-5D95-4FAA-C2B3-8AF68DB1B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18" y="1434636"/>
            <a:ext cx="2798703" cy="1901905"/>
          </a:xfrm>
          <a:prstGeom prst="rect">
            <a:avLst/>
          </a:prstGeom>
        </p:spPr>
      </p:pic>
      <p:sp>
        <p:nvSpPr>
          <p:cNvPr id="8" name="Google Shape;1493;p38">
            <a:extLst>
              <a:ext uri="{FF2B5EF4-FFF2-40B4-BE49-F238E27FC236}">
                <a16:creationId xmlns:a16="http://schemas.microsoft.com/office/drawing/2014/main" id="{EC2603C8-982E-964C-9BA3-3FDD4183E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63818" y="1563765"/>
            <a:ext cx="3680182" cy="1287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rata-rata </a:t>
            </a:r>
            <a:r>
              <a:rPr lang="en-US" dirty="0" err="1"/>
              <a:t>usia</a:t>
            </a:r>
            <a:r>
              <a:rPr lang="en-US" dirty="0"/>
              <a:t> </a:t>
            </a:r>
            <a:r>
              <a:rPr lang="en-US" dirty="0" err="1"/>
              <a:t>pasien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kisaran</a:t>
            </a:r>
            <a:r>
              <a:rPr lang="en-US" dirty="0"/>
              <a:t> 55 </a:t>
            </a:r>
            <a:r>
              <a:rPr lang="en-US" dirty="0" err="1"/>
              <a:t>tahun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rentang</a:t>
            </a:r>
            <a:r>
              <a:rPr lang="en-US" dirty="0"/>
              <a:t> </a:t>
            </a:r>
            <a:r>
              <a:rPr lang="en-US" dirty="0" err="1"/>
              <a:t>interkuartil</a:t>
            </a:r>
            <a:r>
              <a:rPr lang="en-US" dirty="0"/>
              <a:t> (IQR) </a:t>
            </a:r>
            <a:r>
              <a:rPr lang="en-US" dirty="0" err="1"/>
              <a:t>sebesar</a:t>
            </a:r>
            <a:r>
              <a:rPr lang="en-US" dirty="0"/>
              <a:t> 21 </a:t>
            </a:r>
            <a:r>
              <a:rPr lang="en-US" dirty="0" err="1"/>
              <a:t>tahun</a:t>
            </a:r>
            <a:r>
              <a:rPr lang="en-US" dirty="0"/>
              <a:t>, yang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variabilitas</a:t>
            </a:r>
            <a:r>
              <a:rPr lang="en-US" dirty="0"/>
              <a:t> </a:t>
            </a:r>
            <a:r>
              <a:rPr lang="en-US" dirty="0" err="1"/>
              <a:t>usia</a:t>
            </a:r>
            <a:r>
              <a:rPr lang="en-US" dirty="0"/>
              <a:t> yang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di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pasien</a:t>
            </a:r>
            <a:r>
              <a:rPr lang="en-US" dirty="0"/>
              <a:t>.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usia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signifikan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kelamin</a:t>
            </a:r>
            <a:r>
              <a:rPr lang="en-US" dirty="0"/>
              <a:t>, di mana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usia</a:t>
            </a:r>
            <a:r>
              <a:rPr lang="en-US" dirty="0"/>
              <a:t> </a:t>
            </a:r>
            <a:r>
              <a:rPr lang="en-US" dirty="0" err="1"/>
              <a:t>laki-laki</a:t>
            </a:r>
            <a:r>
              <a:rPr lang="en-US" dirty="0"/>
              <a:t> dan </a:t>
            </a:r>
            <a:r>
              <a:rPr lang="en-US" dirty="0" err="1"/>
              <a:t>perempuan</a:t>
            </a:r>
            <a:r>
              <a:rPr lang="en-US" dirty="0"/>
              <a:t>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serupa</a:t>
            </a:r>
            <a:r>
              <a:rPr lang="en-US" dirty="0"/>
              <a:t>.</a:t>
            </a:r>
          </a:p>
          <a:p>
            <a:r>
              <a:rPr lang="en-US" dirty="0"/>
              <a:t>Jika </a:t>
            </a:r>
            <a:r>
              <a:rPr lang="en-US" dirty="0" err="1"/>
              <a:t>dilihat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kesehatan</a:t>
            </a:r>
            <a:r>
              <a:rPr lang="en-US" dirty="0"/>
              <a:t>, </a:t>
            </a:r>
            <a:r>
              <a:rPr lang="en-US" dirty="0" err="1"/>
              <a:t>terlihat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</a:t>
            </a:r>
            <a:r>
              <a:rPr lang="en-US" dirty="0" err="1"/>
              <a:t>kronis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arthritis, </a:t>
            </a:r>
            <a:r>
              <a:rPr lang="en-US" dirty="0" err="1"/>
              <a:t>hipertensi</a:t>
            </a:r>
            <a:r>
              <a:rPr lang="en-US" dirty="0"/>
              <a:t>, diabetes, dan </a:t>
            </a:r>
            <a:r>
              <a:rPr lang="en-US" dirty="0" err="1"/>
              <a:t>kanker</a:t>
            </a:r>
            <a:r>
              <a:rPr lang="en-US" dirty="0"/>
              <a:t> </a:t>
            </a:r>
            <a:r>
              <a:rPr lang="en-US" dirty="0" err="1"/>
              <a:t>cenderung</a:t>
            </a:r>
            <a:r>
              <a:rPr lang="en-US" dirty="0"/>
              <a:t> </a:t>
            </a:r>
            <a:r>
              <a:rPr lang="en-US" dirty="0" err="1"/>
              <a:t>dialami</a:t>
            </a:r>
            <a:r>
              <a:rPr lang="en-US" dirty="0"/>
              <a:t> oleh </a:t>
            </a:r>
            <a:r>
              <a:rPr lang="en-US" dirty="0" err="1"/>
              <a:t>pasien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median </a:t>
            </a:r>
            <a:r>
              <a:rPr lang="en-US" dirty="0" err="1"/>
              <a:t>usia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endParaRPr lang="en-US" dirty="0"/>
          </a:p>
          <a:p>
            <a:pPr marL="0" lv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130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68939B9F-742D-A9A7-CAA9-42990744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BF4DA623-F444-9919-847E-2331A4B4AD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Analisis</a:t>
            </a:r>
            <a:r>
              <a:rPr lang="en-US" sz="1200" dirty="0"/>
              <a:t> Data </a:t>
            </a:r>
            <a:r>
              <a:rPr lang="en-US" sz="1200" dirty="0" err="1"/>
              <a:t>Eksploratif</a:t>
            </a:r>
            <a:endParaRPr sz="12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9C25041E-7D91-F36D-8CAF-8DD24EDA3BF7}"/>
              </a:ext>
            </a:extLst>
          </p:cNvPr>
          <p:cNvSpPr txBox="1">
            <a:spLocks/>
          </p:cNvSpPr>
          <p:nvPr/>
        </p:nvSpPr>
        <p:spPr>
          <a:xfrm>
            <a:off x="720000" y="85791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Medis</a:t>
            </a:r>
            <a:endParaRPr lang="en-US" dirty="0"/>
          </a:p>
        </p:txBody>
      </p:sp>
      <p:sp>
        <p:nvSpPr>
          <p:cNvPr id="8" name="Google Shape;1493;p38">
            <a:extLst>
              <a:ext uri="{FF2B5EF4-FFF2-40B4-BE49-F238E27FC236}">
                <a16:creationId xmlns:a16="http://schemas.microsoft.com/office/drawing/2014/main" id="{61E929CB-F3CD-8651-096E-BA95BC61A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38144" y="1676718"/>
            <a:ext cx="3680182" cy="1287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b="1" dirty="0" err="1"/>
              <a:t>hipertensi</a:t>
            </a:r>
            <a:r>
              <a:rPr lang="en-US" b="1" dirty="0"/>
              <a:t> (28,1%)</a:t>
            </a:r>
            <a:r>
              <a:rPr lang="en-US" dirty="0"/>
              <a:t> dan </a:t>
            </a:r>
            <a:r>
              <a:rPr lang="en-US" b="1" dirty="0"/>
              <a:t>diabetes (25,4%)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medis</a:t>
            </a:r>
            <a:r>
              <a:rPr lang="en-US" dirty="0"/>
              <a:t> paling </a:t>
            </a:r>
            <a:r>
              <a:rPr lang="en-US" dirty="0" err="1"/>
              <a:t>dominan</a:t>
            </a:r>
            <a:r>
              <a:rPr lang="en-US" dirty="0"/>
              <a:t> pada </a:t>
            </a:r>
            <a:r>
              <a:rPr lang="en-US" dirty="0" err="1"/>
              <a:t>pasien</a:t>
            </a:r>
            <a:r>
              <a:rPr lang="en-US" dirty="0"/>
              <a:t>. </a:t>
            </a:r>
            <a:r>
              <a:rPr lang="en-US" b="1" dirty="0" err="1"/>
              <a:t>Obesitas</a:t>
            </a:r>
            <a:r>
              <a:rPr lang="en-US" b="1" dirty="0"/>
              <a:t> (15,1%)</a:t>
            </a:r>
            <a:r>
              <a:rPr lang="en-US" dirty="0"/>
              <a:t> dan </a:t>
            </a:r>
            <a:r>
              <a:rPr lang="en-US" b="1" dirty="0"/>
              <a:t>healthy (12%)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menengah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b="1" dirty="0" err="1"/>
              <a:t>asma</a:t>
            </a:r>
            <a:r>
              <a:rPr lang="en-US" b="1" dirty="0"/>
              <a:t>, arthritis, dan </a:t>
            </a:r>
            <a:r>
              <a:rPr lang="en-US" b="1" dirty="0" err="1"/>
              <a:t>kanker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proporsi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. 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menandakan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</a:t>
            </a:r>
            <a:r>
              <a:rPr lang="en-US" dirty="0" err="1"/>
              <a:t>kronis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hipertensi</a:t>
            </a:r>
            <a:r>
              <a:rPr lang="en-US" dirty="0"/>
              <a:t> dan diabetes paling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dialami</a:t>
            </a:r>
            <a:r>
              <a:rPr lang="en-US" dirty="0"/>
              <a:t> </a:t>
            </a:r>
            <a:r>
              <a:rPr lang="en-US" dirty="0" err="1"/>
              <a:t>pasien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sakit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F6CF2-F50B-E345-7B1E-EA25AA8F3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74" y="1585326"/>
            <a:ext cx="3292125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8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F0F402FB-C343-56F1-EF32-2F3680E3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DD0207D7-5743-4CAC-C5DD-D1B4A754B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Analisis</a:t>
            </a:r>
            <a:r>
              <a:rPr lang="en-US" sz="1200" dirty="0"/>
              <a:t> Data </a:t>
            </a:r>
            <a:r>
              <a:rPr lang="en-US" sz="1200" dirty="0" err="1"/>
              <a:t>Eksploratif</a:t>
            </a:r>
            <a:endParaRPr sz="12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D8D096DB-6F15-46DD-A4EF-609B7F7E57EF}"/>
              </a:ext>
            </a:extLst>
          </p:cNvPr>
          <p:cNvSpPr txBox="1">
            <a:spLocks/>
          </p:cNvSpPr>
          <p:nvPr/>
        </p:nvSpPr>
        <p:spPr>
          <a:xfrm>
            <a:off x="720000" y="8647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sz="2000" dirty="0" err="1"/>
              <a:t>Distribusi</a:t>
            </a:r>
            <a:r>
              <a:rPr lang="en-US" sz="2000" dirty="0"/>
              <a:t> </a:t>
            </a:r>
            <a:r>
              <a:rPr lang="en-US" sz="2000" dirty="0" err="1"/>
              <a:t>Indikator</a:t>
            </a:r>
            <a:r>
              <a:rPr lang="en-US" sz="2000" dirty="0"/>
              <a:t> </a:t>
            </a:r>
            <a:r>
              <a:rPr lang="en-US" sz="2000" dirty="0" err="1"/>
              <a:t>Medis</a:t>
            </a:r>
            <a:r>
              <a:rPr lang="en-US" sz="2000" dirty="0"/>
              <a:t> </a:t>
            </a:r>
            <a:r>
              <a:rPr lang="en-US" sz="2000" dirty="0" err="1"/>
              <a:t>berdasarkan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dirty="0" err="1"/>
              <a:t>Medis</a:t>
            </a:r>
            <a:endParaRPr lang="en-US" sz="2000" dirty="0"/>
          </a:p>
        </p:txBody>
      </p:sp>
      <p:sp>
        <p:nvSpPr>
          <p:cNvPr id="8" name="Google Shape;1493;p38">
            <a:extLst>
              <a:ext uri="{FF2B5EF4-FFF2-40B4-BE49-F238E27FC236}">
                <a16:creationId xmlns:a16="http://schemas.microsoft.com/office/drawing/2014/main" id="{9A9F0403-0E3D-6862-7FD6-AC7CADD1D1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38144" y="1676718"/>
            <a:ext cx="3680182" cy="2202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just">
              <a:buNone/>
            </a:pP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dari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hasil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distribusi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data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indikator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Medis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berdasarkan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kondisi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Medis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ini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kita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dapat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menyimpulkan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bahwa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beberapa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kondisi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Medis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memiliki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kecendereung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dengan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indikator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medis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seperti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diabetes (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menujukkan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kadar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glukosa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yang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tinggi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)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dibandingkan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yang lain,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hipertensi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menunjukkan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blood pressure yang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tinggi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)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dibandingkan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yang lain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45C0DD-458E-F5A5-4DEB-6D6FAC866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66" y="1557337"/>
            <a:ext cx="3341447" cy="298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28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2CF110AC-D048-A029-13F3-5A18DCDBE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00B3BE02-4975-830C-1303-08127B6C4A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Analisis</a:t>
            </a:r>
            <a:r>
              <a:rPr lang="en-US" sz="1200" dirty="0"/>
              <a:t> Data </a:t>
            </a:r>
            <a:r>
              <a:rPr lang="en-US" sz="1200" dirty="0" err="1"/>
              <a:t>Eksploratif</a:t>
            </a:r>
            <a:endParaRPr sz="12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B559879F-ECCE-B822-C214-58B98ED73144}"/>
              </a:ext>
            </a:extLst>
          </p:cNvPr>
          <p:cNvSpPr txBox="1">
            <a:spLocks/>
          </p:cNvSpPr>
          <p:nvPr/>
        </p:nvSpPr>
        <p:spPr>
          <a:xfrm>
            <a:off x="720000" y="8647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sz="2400" dirty="0" err="1"/>
              <a:t>Korelasi</a:t>
            </a:r>
            <a:r>
              <a:rPr lang="en-US" sz="2400" dirty="0"/>
              <a:t> </a:t>
            </a:r>
            <a:r>
              <a:rPr lang="en-US" sz="2400" dirty="0" err="1"/>
              <a:t>Indikator</a:t>
            </a:r>
            <a:r>
              <a:rPr lang="en-US" sz="2400" dirty="0"/>
              <a:t> </a:t>
            </a:r>
            <a:r>
              <a:rPr lang="en-US" sz="2400" dirty="0" err="1"/>
              <a:t>Medis</a:t>
            </a:r>
            <a:r>
              <a:rPr lang="en-US" sz="2400" dirty="0"/>
              <a:t> dan </a:t>
            </a:r>
            <a:r>
              <a:rPr lang="en-US" sz="2400" dirty="0" err="1"/>
              <a:t>Indikator</a:t>
            </a:r>
            <a:r>
              <a:rPr lang="en-US" sz="2400" dirty="0"/>
              <a:t> </a:t>
            </a:r>
            <a:r>
              <a:rPr lang="en-US" sz="2400" dirty="0" err="1"/>
              <a:t>Aktivitas</a:t>
            </a:r>
            <a:endParaRPr lang="en-US" sz="2400" dirty="0"/>
          </a:p>
        </p:txBody>
      </p:sp>
      <p:sp>
        <p:nvSpPr>
          <p:cNvPr id="8" name="Google Shape;1493;p38">
            <a:extLst>
              <a:ext uri="{FF2B5EF4-FFF2-40B4-BE49-F238E27FC236}">
                <a16:creationId xmlns:a16="http://schemas.microsoft.com/office/drawing/2014/main" id="{7BE9B452-0C8F-72CF-75D7-562886053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95332" y="1676718"/>
            <a:ext cx="3680182" cy="2202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Fokus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terhapap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korelasi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yang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cukup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signifikan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terdapat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hubungan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positif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yang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kkuat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antara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Glukosa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dan HbA1c(0.63) yang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secara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klinis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sangat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masuk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akal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karena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kedua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indicator Utama control gula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darah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. Selain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itu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, Diet Score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menunjukkan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korelasi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negatif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moderat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dengan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Glukosa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(-0.31), HbA1c (-0.35), dan </a:t>
            </a:r>
            <a:r>
              <a:rPr lang="en-US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Trigliserida</a:t>
            </a:r>
            <a:r>
              <a:rPr lang="en-US" dirty="0">
                <a:solidFill>
                  <a:schemeClr val="tx1"/>
                </a:solidFill>
                <a:latin typeface="Bookman Old Style" panose="02050604050505020204" pitchFamily="18" charset="0"/>
              </a:rPr>
              <a:t> (-0.26).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89908-68AA-9159-EBC5-D24C7982C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35" y="1676718"/>
            <a:ext cx="4498057" cy="250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59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BBE28165-9BC7-FD5E-AD8D-546C4BD2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57E7D6E5-F99A-F188-93D4-645F728AF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42887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Rekayasa</a:t>
            </a:r>
            <a:r>
              <a:rPr lang="en-US" sz="1200" dirty="0"/>
              <a:t> Fitur</a:t>
            </a:r>
            <a:endParaRPr sz="12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CA936FED-D731-05F3-3731-89A4504A63B3}"/>
              </a:ext>
            </a:extLst>
          </p:cNvPr>
          <p:cNvSpPr txBox="1">
            <a:spLocks/>
          </p:cNvSpPr>
          <p:nvPr/>
        </p:nvSpPr>
        <p:spPr>
          <a:xfrm>
            <a:off x="720000" y="66258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sz="2400" dirty="0" err="1"/>
              <a:t>Transformasi</a:t>
            </a:r>
            <a:r>
              <a:rPr lang="en-US" sz="2400" dirty="0"/>
              <a:t> Data (Encoding And Scaling)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0C7C03-8DD0-05BA-D060-5F41501E5EC7}"/>
              </a:ext>
            </a:extLst>
          </p:cNvPr>
          <p:cNvSpPr/>
          <p:nvPr/>
        </p:nvSpPr>
        <p:spPr>
          <a:xfrm>
            <a:off x="285750" y="1528761"/>
            <a:ext cx="1907381" cy="11001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DM Sans" pitchFamily="2" charset="0"/>
              </a:rPr>
              <a:t>Fitur </a:t>
            </a:r>
            <a:r>
              <a:rPr lang="en-US" sz="1200" dirty="0" err="1">
                <a:latin typeface="DM Sans" pitchFamily="2" charset="0"/>
              </a:rPr>
              <a:t>Kategorikal</a:t>
            </a:r>
            <a:endParaRPr lang="en-US" sz="1200" dirty="0">
              <a:latin typeface="DM Sans" pitchFamily="2" charset="0"/>
            </a:endParaRPr>
          </a:p>
          <a:p>
            <a:pPr algn="ctr"/>
            <a:endParaRPr lang="en-US" sz="1200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Medical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DM Sans" pitchFamily="2" charset="0"/>
              </a:rPr>
              <a:t>Penyakit</a:t>
            </a:r>
            <a:endParaRPr lang="en-US" sz="1200" dirty="0">
              <a:latin typeface="DM Sans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65870F-AEE4-0E2E-3C09-92EB07331C0B}"/>
              </a:ext>
            </a:extLst>
          </p:cNvPr>
          <p:cNvSpPr/>
          <p:nvPr/>
        </p:nvSpPr>
        <p:spPr>
          <a:xfrm>
            <a:off x="6707981" y="1371018"/>
            <a:ext cx="1907381" cy="34631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DM Sans" pitchFamily="2" charset="0"/>
              </a:rPr>
              <a:t>Fitur </a:t>
            </a:r>
            <a:r>
              <a:rPr lang="en-US" sz="1200" dirty="0" err="1">
                <a:latin typeface="DM Sans" pitchFamily="2" charset="0"/>
              </a:rPr>
              <a:t>Numerik</a:t>
            </a:r>
            <a:endParaRPr lang="en-US" sz="1200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Glucose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Blood Pressure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BMI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Oxygen Saturation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Length Of Stay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DM Sans" pitchFamily="2" charset="0"/>
              </a:rPr>
              <a:t>Cholesterrol</a:t>
            </a:r>
            <a:endParaRPr lang="en-US" sz="1200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Triglycerides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HbA1c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Smoking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Alcohol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Physical Activity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Diet 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Family History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Stress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Sleep Hours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DM Sans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ABD775-1B7D-6B87-6456-9D77236A979D}"/>
              </a:ext>
            </a:extLst>
          </p:cNvPr>
          <p:cNvSpPr/>
          <p:nvPr/>
        </p:nvSpPr>
        <p:spPr>
          <a:xfrm>
            <a:off x="2436020" y="2943803"/>
            <a:ext cx="3840956" cy="11001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Kolom </a:t>
            </a:r>
            <a:r>
              <a:rPr lang="en-US" sz="1200" dirty="0" err="1">
                <a:latin typeface="DM Sans" pitchFamily="2" charset="0"/>
              </a:rPr>
              <a:t>Numerik</a:t>
            </a:r>
            <a:r>
              <a:rPr lang="en-US" sz="1200" dirty="0">
                <a:latin typeface="DM Sans" pitchFamily="2" charset="0"/>
              </a:rPr>
              <a:t> - &gt; Scaling -&gt; </a:t>
            </a:r>
            <a:r>
              <a:rPr lang="en-US" sz="1200" dirty="0" err="1">
                <a:latin typeface="DM Sans" pitchFamily="2" charset="0"/>
              </a:rPr>
              <a:t>StandardScaler</a:t>
            </a:r>
            <a:r>
              <a:rPr lang="en-US" sz="1200" dirty="0">
                <a:latin typeface="DM Sans" pitchFamily="2" charset="0"/>
              </a:rPr>
              <a:t>()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Kolom </a:t>
            </a:r>
            <a:r>
              <a:rPr lang="en-US" sz="1200" dirty="0" err="1">
                <a:latin typeface="DM Sans" pitchFamily="2" charset="0"/>
              </a:rPr>
              <a:t>Kategorikal</a:t>
            </a:r>
            <a:r>
              <a:rPr lang="en-US" sz="1200" dirty="0">
                <a:latin typeface="DM Sans" pitchFamily="2" charset="0"/>
              </a:rPr>
              <a:t> -&gt;Encode -&gt; </a:t>
            </a:r>
            <a:r>
              <a:rPr lang="en-US" sz="1200" dirty="0" err="1">
                <a:latin typeface="DM Sans" pitchFamily="2" charset="0"/>
              </a:rPr>
              <a:t>LabelEncoder</a:t>
            </a:r>
            <a:r>
              <a:rPr lang="en-US" sz="1200" dirty="0">
                <a:latin typeface="DM Sans" pitchFamily="2" charset="0"/>
              </a:rPr>
              <a:t>()</a:t>
            </a:r>
          </a:p>
          <a:p>
            <a:endParaRPr lang="en-US" sz="1200" dirty="0">
              <a:latin typeface="DM Sans" pitchFamily="2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78A80C-9151-A7DB-DC19-45CF3213B04A}"/>
              </a:ext>
            </a:extLst>
          </p:cNvPr>
          <p:cNvCxnSpPr>
            <a:cxnSpLocks/>
          </p:cNvCxnSpPr>
          <p:nvPr/>
        </p:nvCxnSpPr>
        <p:spPr>
          <a:xfrm>
            <a:off x="2371725" y="2078829"/>
            <a:ext cx="734510" cy="621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2CA66B-91D4-F5CC-EDBE-FA4DBAF920C4}"/>
              </a:ext>
            </a:extLst>
          </p:cNvPr>
          <p:cNvCxnSpPr/>
          <p:nvPr/>
        </p:nvCxnSpPr>
        <p:spPr>
          <a:xfrm flipH="1">
            <a:off x="5572125" y="2078829"/>
            <a:ext cx="971550" cy="621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352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570F0A12-76CB-DCF4-22A2-FE2DD6AC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F9758254-308F-DD65-56C1-660BC6304F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42887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Rekayasa</a:t>
            </a:r>
            <a:r>
              <a:rPr lang="en-US" sz="1200" dirty="0"/>
              <a:t> Fitur</a:t>
            </a:r>
            <a:endParaRPr sz="12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E8DF94A1-052D-FB01-ED0A-091C8CCE34A6}"/>
              </a:ext>
            </a:extLst>
          </p:cNvPr>
          <p:cNvSpPr txBox="1">
            <a:spLocks/>
          </p:cNvSpPr>
          <p:nvPr/>
        </p:nvSpPr>
        <p:spPr>
          <a:xfrm>
            <a:off x="720000" y="66258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sz="2400" dirty="0" err="1"/>
              <a:t>Pemilihan</a:t>
            </a:r>
            <a:r>
              <a:rPr lang="en-US" sz="2400" dirty="0"/>
              <a:t> Fitur (</a:t>
            </a:r>
            <a:r>
              <a:rPr lang="en-US" sz="2400" dirty="0" err="1"/>
              <a:t>SelectKBest</a:t>
            </a:r>
            <a:r>
              <a:rPr lang="en-US" sz="2400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2BFDC-776B-7F21-6E08-1D2ED039B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0" y="2148548"/>
            <a:ext cx="4524600" cy="2080656"/>
          </a:xfrm>
          <a:prstGeom prst="rect">
            <a:avLst/>
          </a:prstGeom>
        </p:spPr>
      </p:pic>
      <p:sp>
        <p:nvSpPr>
          <p:cNvPr id="5" name="Google Shape;1492;p38">
            <a:extLst>
              <a:ext uri="{FF2B5EF4-FFF2-40B4-BE49-F238E27FC236}">
                <a16:creationId xmlns:a16="http://schemas.microsoft.com/office/drawing/2014/main" id="{E7F8C939-3C86-59C3-3167-55E4C9FBD380}"/>
              </a:ext>
            </a:extLst>
          </p:cNvPr>
          <p:cNvSpPr txBox="1">
            <a:spLocks/>
          </p:cNvSpPr>
          <p:nvPr/>
        </p:nvSpPr>
        <p:spPr>
          <a:xfrm>
            <a:off x="842963" y="1728848"/>
            <a:ext cx="2921793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sz="1200" dirty="0"/>
              <a:t>Fitur </a:t>
            </a:r>
            <a:r>
              <a:rPr lang="en-US" sz="1200" dirty="0" err="1"/>
              <a:t>Penting</a:t>
            </a:r>
            <a:r>
              <a:rPr lang="en-US" sz="1200" dirty="0"/>
              <a:t> </a:t>
            </a:r>
            <a:r>
              <a:rPr lang="en-US" sz="1200" dirty="0" err="1"/>
              <a:t>Klasifikasi</a:t>
            </a:r>
            <a:r>
              <a:rPr lang="en-US" sz="1200" dirty="0"/>
              <a:t> (KNN)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DED5A6-F6A6-33EF-B01B-C6E892A00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514" y="2148548"/>
            <a:ext cx="3985486" cy="1973396"/>
          </a:xfrm>
          <a:prstGeom prst="rect">
            <a:avLst/>
          </a:prstGeom>
        </p:spPr>
      </p:pic>
      <p:sp>
        <p:nvSpPr>
          <p:cNvPr id="11" name="Google Shape;1492;p38">
            <a:extLst>
              <a:ext uri="{FF2B5EF4-FFF2-40B4-BE49-F238E27FC236}">
                <a16:creationId xmlns:a16="http://schemas.microsoft.com/office/drawing/2014/main" id="{925B465D-48F1-AA5D-21AD-EB22F26B7F71}"/>
              </a:ext>
            </a:extLst>
          </p:cNvPr>
          <p:cNvSpPr txBox="1">
            <a:spLocks/>
          </p:cNvSpPr>
          <p:nvPr/>
        </p:nvSpPr>
        <p:spPr>
          <a:xfrm>
            <a:off x="4972049" y="1728848"/>
            <a:ext cx="3328988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sz="1200" dirty="0"/>
              <a:t>Fitur </a:t>
            </a:r>
            <a:r>
              <a:rPr lang="en-US" sz="1200" dirty="0" err="1"/>
              <a:t>terpenting</a:t>
            </a:r>
            <a:r>
              <a:rPr lang="en-US" sz="1200" dirty="0"/>
              <a:t> </a:t>
            </a:r>
            <a:r>
              <a:rPr lang="en-US" sz="1200" dirty="0" err="1"/>
              <a:t>regresi</a:t>
            </a:r>
            <a:r>
              <a:rPr lang="en-US" sz="1200" dirty="0"/>
              <a:t> (Random Forest) </a:t>
            </a:r>
          </a:p>
        </p:txBody>
      </p:sp>
    </p:spTree>
    <p:extLst>
      <p:ext uri="{BB962C8B-B14F-4D97-AF65-F5344CB8AC3E}">
        <p14:creationId xmlns:p14="http://schemas.microsoft.com/office/powerpoint/2010/main" val="23595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09910787-B2EF-5B76-CA3C-D26B270CA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EDF820A2-C08C-7506-0C00-BEB2A57448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Modeling &amp; Evaluation</a:t>
            </a:r>
            <a:endParaRPr sz="12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46753572-DEE9-08AF-67DC-4CD48D86E981}"/>
              </a:ext>
            </a:extLst>
          </p:cNvPr>
          <p:cNvSpPr txBox="1">
            <a:spLocks/>
          </p:cNvSpPr>
          <p:nvPr/>
        </p:nvSpPr>
        <p:spPr>
          <a:xfrm>
            <a:off x="720000" y="8647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sz="2400" dirty="0" err="1"/>
              <a:t>Klasifikasi</a:t>
            </a:r>
            <a:r>
              <a:rPr lang="en-US" sz="2400" dirty="0"/>
              <a:t> Model KNN(K-Nearest Neighbors)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14318-8440-9B99-36E0-DDF840084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73" y="1533398"/>
            <a:ext cx="3772227" cy="2933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A11618-D94A-BE8B-1932-7EB1F863A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910" y="1688242"/>
            <a:ext cx="3972346" cy="262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87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E1EE0775-8E6A-C628-837E-0931361E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D3DBA5F1-6CB2-A106-AFCC-ED7775CAE5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Modeling &amp; Evaluation</a:t>
            </a:r>
            <a:endParaRPr sz="12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879E18A4-B92F-2783-4C83-F312AA4A8CDC}"/>
              </a:ext>
            </a:extLst>
          </p:cNvPr>
          <p:cNvSpPr txBox="1">
            <a:spLocks/>
          </p:cNvSpPr>
          <p:nvPr/>
        </p:nvSpPr>
        <p:spPr>
          <a:xfrm>
            <a:off x="720000" y="864725"/>
            <a:ext cx="7704000" cy="6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sz="2400" dirty="0" err="1"/>
              <a:t>Regresi</a:t>
            </a:r>
            <a:r>
              <a:rPr lang="en-US" sz="2400" dirty="0"/>
              <a:t> Model Random Forest Regressor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9AE7F-3B7D-984F-5D4E-DD47F6995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085" y="1598206"/>
            <a:ext cx="4861716" cy="26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87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>
          <a:extLst>
            <a:ext uri="{FF2B5EF4-FFF2-40B4-BE49-F238E27FC236}">
              <a16:creationId xmlns:a16="http://schemas.microsoft.com/office/drawing/2014/main" id="{518070C3-1B97-24ED-E6FE-B19B4900D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8A0DFEEF-9AE4-4658-7E8C-86EC8CF5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Rekomendasi</a:t>
            </a:r>
            <a:endParaRPr sz="1200" dirty="0"/>
          </a:p>
        </p:txBody>
      </p:sp>
      <p:sp>
        <p:nvSpPr>
          <p:cNvPr id="2" name="Google Shape;1492;p38">
            <a:extLst>
              <a:ext uri="{FF2B5EF4-FFF2-40B4-BE49-F238E27FC236}">
                <a16:creationId xmlns:a16="http://schemas.microsoft.com/office/drawing/2014/main" id="{617C2648-9212-6CD4-72EE-D8B637D7393D}"/>
              </a:ext>
            </a:extLst>
          </p:cNvPr>
          <p:cNvSpPr txBox="1">
            <a:spLocks/>
          </p:cNvSpPr>
          <p:nvPr/>
        </p:nvSpPr>
        <p:spPr>
          <a:xfrm>
            <a:off x="720000" y="8647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rPr lang="en-US" sz="2400" dirty="0" err="1"/>
              <a:t>Bisnis</a:t>
            </a:r>
            <a:r>
              <a:rPr lang="en-US" sz="2400" dirty="0"/>
              <a:t> </a:t>
            </a:r>
            <a:r>
              <a:rPr lang="en-US" sz="2400" dirty="0" err="1"/>
              <a:t>Rekomendasi</a:t>
            </a:r>
            <a:endParaRPr lang="en-US" sz="2400" dirty="0"/>
          </a:p>
        </p:txBody>
      </p:sp>
      <p:sp>
        <p:nvSpPr>
          <p:cNvPr id="5" name="Google Shape;1492;p38">
            <a:extLst>
              <a:ext uri="{FF2B5EF4-FFF2-40B4-BE49-F238E27FC236}">
                <a16:creationId xmlns:a16="http://schemas.microsoft.com/office/drawing/2014/main" id="{0E5152E1-C37C-4F63-C652-9BF1941DBC28}"/>
              </a:ext>
            </a:extLst>
          </p:cNvPr>
          <p:cNvSpPr txBox="1">
            <a:spLocks/>
          </p:cNvSpPr>
          <p:nvPr/>
        </p:nvSpPr>
        <p:spPr>
          <a:xfrm>
            <a:off x="662850" y="1640411"/>
            <a:ext cx="7704000" cy="16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"/>
              <a:buNone/>
              <a:defRPr sz="3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us Jakarta Sans"/>
              <a:buNone/>
              <a:defRPr sz="35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pPr marL="171450" indent="-171450" algn="just"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>
                <a:latin typeface="DM Sans" pitchFamily="2" charset="0"/>
              </a:rPr>
              <a:t>Memanajemen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kapasitas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ruangan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untuk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pasien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dengan</a:t>
            </a:r>
            <a:r>
              <a:rPr lang="en-US" sz="1200" dirty="0">
                <a:latin typeface="DM Sans" pitchFamily="2" charset="0"/>
              </a:rPr>
              <a:t> lama </a:t>
            </a:r>
            <a:r>
              <a:rPr lang="en-US" sz="1200" dirty="0" err="1">
                <a:latin typeface="DM Sans" pitchFamily="2" charset="0"/>
              </a:rPr>
              <a:t>rawat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inap</a:t>
            </a:r>
            <a:r>
              <a:rPr lang="en-US" sz="1200" dirty="0">
                <a:latin typeface="DM Sans" pitchFamily="2" charset="0"/>
              </a:rPr>
              <a:t> Panjang (</a:t>
            </a:r>
            <a:r>
              <a:rPr lang="en-US" sz="1200" dirty="0" err="1">
                <a:latin typeface="DM Sans" pitchFamily="2" charset="0"/>
              </a:rPr>
              <a:t>Kanker</a:t>
            </a:r>
            <a:r>
              <a:rPr lang="en-US" sz="1200" dirty="0">
                <a:latin typeface="DM Sans" pitchFamily="2" charset="0"/>
              </a:rPr>
              <a:t>), </a:t>
            </a:r>
            <a:r>
              <a:rPr lang="en-US" sz="1200" dirty="0" err="1">
                <a:latin typeface="DM Sans" pitchFamily="2" charset="0"/>
              </a:rPr>
              <a:t>sedang</a:t>
            </a:r>
            <a:r>
              <a:rPr lang="en-US" sz="1200" dirty="0">
                <a:latin typeface="DM Sans" pitchFamily="2" charset="0"/>
              </a:rPr>
              <a:t> (</a:t>
            </a:r>
            <a:r>
              <a:rPr lang="en-US" sz="1200" dirty="0" err="1">
                <a:latin typeface="DM Sans" pitchFamily="2" charset="0"/>
              </a:rPr>
              <a:t>Diebetes,Hypyetensi</a:t>
            </a:r>
            <a:r>
              <a:rPr lang="en-US" sz="1200" dirty="0">
                <a:latin typeface="DM Sans" pitchFamily="2" charset="0"/>
              </a:rPr>
              <a:t>),</a:t>
            </a:r>
            <a:r>
              <a:rPr lang="en-US" sz="1200" dirty="0" err="1">
                <a:latin typeface="DM Sans" pitchFamily="2" charset="0"/>
              </a:rPr>
              <a:t>Pendek</a:t>
            </a:r>
            <a:r>
              <a:rPr lang="en-US" sz="1200" dirty="0">
                <a:latin typeface="DM Sans" pitchFamily="2" charset="0"/>
              </a:rPr>
              <a:t>("</a:t>
            </a:r>
            <a:r>
              <a:rPr lang="en-US" sz="1200" dirty="0" err="1">
                <a:latin typeface="DM Sans" pitchFamily="2" charset="0"/>
              </a:rPr>
              <a:t>Healthy",Arthritis</a:t>
            </a:r>
            <a:r>
              <a:rPr lang="en-US" sz="1200" dirty="0">
                <a:latin typeface="DM Sans" pitchFamily="2" charset="0"/>
              </a:rPr>
              <a:t>, dan Obesity).</a:t>
            </a:r>
          </a:p>
          <a:p>
            <a:pPr marL="171450" indent="-171450" algn="just"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>
                <a:latin typeface="DM Sans" pitchFamily="2" charset="0"/>
              </a:rPr>
              <a:t>Menggunakan</a:t>
            </a:r>
            <a:r>
              <a:rPr lang="en-US" sz="1200" dirty="0">
                <a:latin typeface="DM Sans" pitchFamily="2" charset="0"/>
              </a:rPr>
              <a:t> model machine learning </a:t>
            </a:r>
            <a:r>
              <a:rPr lang="en-US" sz="1200" dirty="0" err="1">
                <a:latin typeface="DM Sans" pitchFamily="2" charset="0"/>
              </a:rPr>
              <a:t>regresi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untuk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memprediksi</a:t>
            </a:r>
            <a:r>
              <a:rPr lang="en-US" sz="1200" dirty="0">
                <a:latin typeface="DM Sans" pitchFamily="2" charset="0"/>
              </a:rPr>
              <a:t> lama </a:t>
            </a:r>
            <a:r>
              <a:rPr lang="en-US" sz="1200" dirty="0" err="1">
                <a:latin typeface="DM Sans" pitchFamily="2" charset="0"/>
              </a:rPr>
              <a:t>rawat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inap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pasien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dengan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memprediksi</a:t>
            </a:r>
            <a:r>
              <a:rPr lang="en-US" sz="1200" dirty="0">
                <a:latin typeface="DM Sans" pitchFamily="2" charset="0"/>
              </a:rPr>
              <a:t> LOS(Length Of Stay) </a:t>
            </a:r>
            <a:r>
              <a:rPr lang="en-US" sz="1200" dirty="0" err="1">
                <a:latin typeface="DM Sans" pitchFamily="2" charset="0"/>
              </a:rPr>
              <a:t>dapat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memperkirakan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beban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ruang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secara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akurat</a:t>
            </a:r>
            <a:endParaRPr lang="en-US" sz="1200" dirty="0">
              <a:latin typeface="DM Sans" pitchFamily="2" charset="0"/>
            </a:endParaRPr>
          </a:p>
          <a:p>
            <a:pPr marL="171450" indent="-171450" algn="just"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>
                <a:latin typeface="DM Sans" pitchFamily="2" charset="0"/>
              </a:rPr>
              <a:t>Fokus</a:t>
            </a:r>
            <a:r>
              <a:rPr lang="en-US" sz="1200" dirty="0">
                <a:latin typeface="DM Sans" pitchFamily="2" charset="0"/>
              </a:rPr>
              <a:t> pada indicator </a:t>
            </a:r>
            <a:r>
              <a:rPr lang="en-US" sz="1200" dirty="0" err="1">
                <a:latin typeface="DM Sans" pitchFamily="2" charset="0"/>
              </a:rPr>
              <a:t>medis</a:t>
            </a:r>
            <a:r>
              <a:rPr lang="en-US" sz="1200" dirty="0">
                <a:latin typeface="DM Sans" pitchFamily="2" charset="0"/>
              </a:rPr>
              <a:t> (</a:t>
            </a:r>
            <a:r>
              <a:rPr lang="en-US" sz="1200" dirty="0" err="1">
                <a:latin typeface="DM Sans" pitchFamily="2" charset="0"/>
              </a:rPr>
              <a:t>Glucose,Oxygen</a:t>
            </a:r>
            <a:r>
              <a:rPr lang="en-US" sz="1200" dirty="0">
                <a:latin typeface="DM Sans" pitchFamily="2" charset="0"/>
              </a:rPr>
              <a:t> Saturation, </a:t>
            </a:r>
            <a:r>
              <a:rPr lang="en-US" sz="1200" dirty="0" err="1">
                <a:latin typeface="DM Sans" pitchFamily="2" charset="0"/>
              </a:rPr>
              <a:t>dll</a:t>
            </a:r>
            <a:r>
              <a:rPr lang="en-US" sz="1200" dirty="0">
                <a:latin typeface="DM Sans" pitchFamily="2" charset="0"/>
              </a:rPr>
              <a:t>) </a:t>
            </a:r>
            <a:r>
              <a:rPr lang="en-US" sz="1200" dirty="0" err="1">
                <a:latin typeface="DM Sans" pitchFamily="2" charset="0"/>
              </a:rPr>
              <a:t>untuk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mengindentifikasi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kecenderungan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sebuah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penyakit</a:t>
            </a:r>
            <a:endParaRPr lang="en-US" sz="1200" dirty="0">
              <a:latin typeface="DM Sans" pitchFamily="2" charset="0"/>
            </a:endParaRPr>
          </a:p>
          <a:p>
            <a:pPr marL="171450" indent="-171450" algn="just"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>
                <a:latin typeface="DM Sans" pitchFamily="2" charset="0"/>
              </a:rPr>
              <a:t>Menggunakan</a:t>
            </a:r>
            <a:r>
              <a:rPr lang="en-US" sz="1200" dirty="0">
                <a:latin typeface="DM Sans" pitchFamily="2" charset="0"/>
              </a:rPr>
              <a:t> model machine learning </a:t>
            </a:r>
            <a:r>
              <a:rPr lang="en-US" sz="1200" dirty="0" err="1">
                <a:latin typeface="DM Sans" pitchFamily="2" charset="0"/>
              </a:rPr>
              <a:t>klasifikasi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untuk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memprediksi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secara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akurat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didukung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dengan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evaluasi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lebih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lanjut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terhadap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pola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kondisi</a:t>
            </a:r>
            <a:r>
              <a:rPr lang="en-US" sz="1200" dirty="0">
                <a:latin typeface="DM Sans" pitchFamily="2" charset="0"/>
              </a:rPr>
              <a:t> </a:t>
            </a:r>
            <a:r>
              <a:rPr lang="en-US" sz="1200" dirty="0" err="1">
                <a:latin typeface="DM Sans" pitchFamily="2" charset="0"/>
              </a:rPr>
              <a:t>medis</a:t>
            </a:r>
            <a:endParaRPr lang="en-US" sz="12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244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48"/>
          <p:cNvSpPr txBox="1">
            <a:spLocks noGrp="1"/>
          </p:cNvSpPr>
          <p:nvPr>
            <p:ph type="title"/>
          </p:nvPr>
        </p:nvSpPr>
        <p:spPr>
          <a:xfrm>
            <a:off x="508048" y="1995485"/>
            <a:ext cx="3873600" cy="8178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grpSp>
        <p:nvGrpSpPr>
          <p:cNvPr id="1710" name="Google Shape;1710;p48"/>
          <p:cNvGrpSpPr/>
          <p:nvPr/>
        </p:nvGrpSpPr>
        <p:grpSpPr>
          <a:xfrm rot="10800000" flipH="1">
            <a:off x="4788159" y="403055"/>
            <a:ext cx="1243875" cy="1001841"/>
            <a:chOff x="6198500" y="1668659"/>
            <a:chExt cx="1243875" cy="1001841"/>
          </a:xfrm>
        </p:grpSpPr>
        <p:sp>
          <p:nvSpPr>
            <p:cNvPr id="1711" name="Google Shape;1711;p48"/>
            <p:cNvSpPr/>
            <p:nvPr/>
          </p:nvSpPr>
          <p:spPr>
            <a:xfrm>
              <a:off x="6493125" y="2011125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6" y="0"/>
                  </a:moveTo>
                  <a:lnTo>
                    <a:pt x="1" y="6264"/>
                  </a:lnTo>
                  <a:lnTo>
                    <a:pt x="3616" y="12526"/>
                  </a:lnTo>
                  <a:lnTo>
                    <a:pt x="10847" y="12526"/>
                  </a:lnTo>
                  <a:lnTo>
                    <a:pt x="14463" y="6264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8"/>
            <p:cNvSpPr/>
            <p:nvPr/>
          </p:nvSpPr>
          <p:spPr>
            <a:xfrm>
              <a:off x="6198500" y="1840450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6"/>
                  </a:lnTo>
                  <a:lnTo>
                    <a:pt x="10848" y="12526"/>
                  </a:lnTo>
                  <a:lnTo>
                    <a:pt x="14463" y="6262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8"/>
            <p:cNvSpPr/>
            <p:nvPr/>
          </p:nvSpPr>
          <p:spPr>
            <a:xfrm>
              <a:off x="6493125" y="2357350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6" y="0"/>
                  </a:moveTo>
                  <a:lnTo>
                    <a:pt x="1" y="6264"/>
                  </a:lnTo>
                  <a:lnTo>
                    <a:pt x="3616" y="12526"/>
                  </a:lnTo>
                  <a:lnTo>
                    <a:pt x="10847" y="12526"/>
                  </a:lnTo>
                  <a:lnTo>
                    <a:pt x="14463" y="6264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8"/>
            <p:cNvSpPr/>
            <p:nvPr/>
          </p:nvSpPr>
          <p:spPr>
            <a:xfrm>
              <a:off x="6786275" y="1840450"/>
              <a:ext cx="361625" cy="313150"/>
            </a:xfrm>
            <a:custGeom>
              <a:avLst/>
              <a:gdLst/>
              <a:ahLst/>
              <a:cxnLst/>
              <a:rect l="l" t="t" r="r" b="b"/>
              <a:pathLst>
                <a:path w="14465" h="12526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6"/>
                  </a:lnTo>
                  <a:lnTo>
                    <a:pt x="10849" y="12526"/>
                  </a:lnTo>
                  <a:lnTo>
                    <a:pt x="14465" y="6262"/>
                  </a:lnTo>
                  <a:lnTo>
                    <a:pt x="108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8"/>
            <p:cNvSpPr/>
            <p:nvPr/>
          </p:nvSpPr>
          <p:spPr>
            <a:xfrm>
              <a:off x="6786275" y="2185050"/>
              <a:ext cx="361625" cy="313125"/>
            </a:xfrm>
            <a:custGeom>
              <a:avLst/>
              <a:gdLst/>
              <a:ahLst/>
              <a:cxnLst/>
              <a:rect l="l" t="t" r="r" b="b"/>
              <a:pathLst>
                <a:path w="14465" h="12525" extrusionOk="0">
                  <a:moveTo>
                    <a:pt x="3617" y="0"/>
                  </a:moveTo>
                  <a:lnTo>
                    <a:pt x="1" y="6263"/>
                  </a:lnTo>
                  <a:lnTo>
                    <a:pt x="3617" y="12525"/>
                  </a:lnTo>
                  <a:lnTo>
                    <a:pt x="10849" y="12525"/>
                  </a:lnTo>
                  <a:lnTo>
                    <a:pt x="14465" y="6263"/>
                  </a:lnTo>
                  <a:lnTo>
                    <a:pt x="108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8"/>
            <p:cNvSpPr/>
            <p:nvPr/>
          </p:nvSpPr>
          <p:spPr>
            <a:xfrm>
              <a:off x="7080800" y="1668659"/>
              <a:ext cx="361575" cy="313150"/>
            </a:xfrm>
            <a:custGeom>
              <a:avLst/>
              <a:gdLst/>
              <a:ahLst/>
              <a:cxnLst/>
              <a:rect l="l" t="t" r="r" b="b"/>
              <a:pathLst>
                <a:path w="14463" h="12526" extrusionOk="0">
                  <a:moveTo>
                    <a:pt x="3617" y="0"/>
                  </a:moveTo>
                  <a:lnTo>
                    <a:pt x="1" y="6262"/>
                  </a:lnTo>
                  <a:lnTo>
                    <a:pt x="3617" y="12526"/>
                  </a:lnTo>
                  <a:lnTo>
                    <a:pt x="10848" y="12526"/>
                  </a:lnTo>
                  <a:lnTo>
                    <a:pt x="14463" y="6262"/>
                  </a:lnTo>
                  <a:lnTo>
                    <a:pt x="108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17" name="Google Shape;17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9713" y="766625"/>
            <a:ext cx="1660152" cy="145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6562" y="2454925"/>
            <a:ext cx="2369002" cy="20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48"/>
          <p:cNvSpPr/>
          <p:nvPr/>
        </p:nvSpPr>
        <p:spPr>
          <a:xfrm>
            <a:off x="4044457" y="4445285"/>
            <a:ext cx="246951" cy="246951"/>
          </a:xfrm>
          <a:custGeom>
            <a:avLst/>
            <a:gdLst/>
            <a:ahLst/>
            <a:cxnLst/>
            <a:rect l="l" t="t" r="r" b="b"/>
            <a:pathLst>
              <a:path w="16768" h="16768" extrusionOk="0">
                <a:moveTo>
                  <a:pt x="6510" y="0"/>
                </a:moveTo>
                <a:cubicBezTo>
                  <a:pt x="5794" y="0"/>
                  <a:pt x="5212" y="581"/>
                  <a:pt x="5212" y="1299"/>
                </a:cubicBezTo>
                <a:lnTo>
                  <a:pt x="5212" y="3914"/>
                </a:lnTo>
                <a:cubicBezTo>
                  <a:pt x="5212" y="4630"/>
                  <a:pt x="4631" y="5212"/>
                  <a:pt x="3913" y="5212"/>
                </a:cubicBezTo>
                <a:lnTo>
                  <a:pt x="1299" y="5212"/>
                </a:lnTo>
                <a:cubicBezTo>
                  <a:pt x="583" y="5212"/>
                  <a:pt x="1" y="5793"/>
                  <a:pt x="1" y="6511"/>
                </a:cubicBezTo>
                <a:lnTo>
                  <a:pt x="1" y="10258"/>
                </a:lnTo>
                <a:cubicBezTo>
                  <a:pt x="1" y="10975"/>
                  <a:pt x="582" y="11557"/>
                  <a:pt x="1299" y="11557"/>
                </a:cubicBezTo>
                <a:lnTo>
                  <a:pt x="3913" y="11557"/>
                </a:lnTo>
                <a:cubicBezTo>
                  <a:pt x="4629" y="11557"/>
                  <a:pt x="5212" y="12138"/>
                  <a:pt x="5212" y="12856"/>
                </a:cubicBezTo>
                <a:lnTo>
                  <a:pt x="5212" y="15468"/>
                </a:lnTo>
                <a:cubicBezTo>
                  <a:pt x="5212" y="16186"/>
                  <a:pt x="5793" y="16767"/>
                  <a:pt x="6510" y="16767"/>
                </a:cubicBezTo>
                <a:lnTo>
                  <a:pt x="10258" y="16767"/>
                </a:lnTo>
                <a:cubicBezTo>
                  <a:pt x="10975" y="16767"/>
                  <a:pt x="11556" y="16187"/>
                  <a:pt x="11556" y="15468"/>
                </a:cubicBezTo>
                <a:lnTo>
                  <a:pt x="11556" y="12855"/>
                </a:lnTo>
                <a:cubicBezTo>
                  <a:pt x="11556" y="12138"/>
                  <a:pt x="12137" y="11556"/>
                  <a:pt x="12855" y="11556"/>
                </a:cubicBezTo>
                <a:lnTo>
                  <a:pt x="15470" y="11556"/>
                </a:lnTo>
                <a:cubicBezTo>
                  <a:pt x="16186" y="11556"/>
                  <a:pt x="16768" y="10975"/>
                  <a:pt x="16768" y="10257"/>
                </a:cubicBezTo>
                <a:lnTo>
                  <a:pt x="16768" y="6510"/>
                </a:lnTo>
                <a:cubicBezTo>
                  <a:pt x="16768" y="5795"/>
                  <a:pt x="16186" y="5212"/>
                  <a:pt x="15470" y="5212"/>
                </a:cubicBezTo>
                <a:lnTo>
                  <a:pt x="12855" y="5212"/>
                </a:lnTo>
                <a:cubicBezTo>
                  <a:pt x="12139" y="5212"/>
                  <a:pt x="11556" y="4631"/>
                  <a:pt x="11556" y="3914"/>
                </a:cubicBezTo>
                <a:lnTo>
                  <a:pt x="11556" y="1299"/>
                </a:lnTo>
                <a:cubicBezTo>
                  <a:pt x="11556" y="582"/>
                  <a:pt x="10976" y="0"/>
                  <a:pt x="102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0" name="Google Shape;1720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 l="21374" r="19967" b="21513"/>
          <a:stretch/>
        </p:blipFill>
        <p:spPr>
          <a:xfrm>
            <a:off x="4999325" y="1075200"/>
            <a:ext cx="3363300" cy="2993100"/>
          </a:xfrm>
          <a:prstGeom prst="hexagon">
            <a:avLst>
              <a:gd name="adj" fmla="val 25000"/>
              <a:gd name="vf" fmla="val 115470"/>
            </a:avLst>
          </a:prstGeom>
        </p:spPr>
      </p:pic>
      <p:grpSp>
        <p:nvGrpSpPr>
          <p:cNvPr id="1721" name="Google Shape;1721;p48"/>
          <p:cNvGrpSpPr/>
          <p:nvPr/>
        </p:nvGrpSpPr>
        <p:grpSpPr>
          <a:xfrm>
            <a:off x="5143213" y="1560494"/>
            <a:ext cx="492502" cy="434991"/>
            <a:chOff x="5233025" y="493775"/>
            <a:chExt cx="836025" cy="738400"/>
          </a:xfrm>
        </p:grpSpPr>
        <p:sp>
          <p:nvSpPr>
            <p:cNvPr id="1722" name="Google Shape;1722;p48"/>
            <p:cNvSpPr/>
            <p:nvPr/>
          </p:nvSpPr>
          <p:spPr>
            <a:xfrm>
              <a:off x="5233025" y="493775"/>
              <a:ext cx="836025" cy="738400"/>
            </a:xfrm>
            <a:custGeom>
              <a:avLst/>
              <a:gdLst/>
              <a:ahLst/>
              <a:cxnLst/>
              <a:rect l="l" t="t" r="r" b="b"/>
              <a:pathLst>
                <a:path w="33441" h="29536" extrusionOk="0">
                  <a:moveTo>
                    <a:pt x="9933" y="1"/>
                  </a:moveTo>
                  <a:cubicBezTo>
                    <a:pt x="8859" y="1"/>
                    <a:pt x="7865" y="575"/>
                    <a:pt x="7326" y="1507"/>
                  </a:cubicBezTo>
                  <a:lnTo>
                    <a:pt x="539" y="13263"/>
                  </a:lnTo>
                  <a:cubicBezTo>
                    <a:pt x="1" y="14194"/>
                    <a:pt x="1" y="15342"/>
                    <a:pt x="539" y="16273"/>
                  </a:cubicBezTo>
                  <a:lnTo>
                    <a:pt x="7326" y="28029"/>
                  </a:lnTo>
                  <a:cubicBezTo>
                    <a:pt x="7865" y="28961"/>
                    <a:pt x="8859" y="29535"/>
                    <a:pt x="9933" y="29535"/>
                  </a:cubicBezTo>
                  <a:lnTo>
                    <a:pt x="23508" y="29535"/>
                  </a:lnTo>
                  <a:cubicBezTo>
                    <a:pt x="24584" y="29535"/>
                    <a:pt x="25577" y="28961"/>
                    <a:pt x="26115" y="28029"/>
                  </a:cubicBezTo>
                  <a:lnTo>
                    <a:pt x="32903" y="16273"/>
                  </a:lnTo>
                  <a:cubicBezTo>
                    <a:pt x="33441" y="15342"/>
                    <a:pt x="33441" y="14195"/>
                    <a:pt x="32903" y="13263"/>
                  </a:cubicBezTo>
                  <a:lnTo>
                    <a:pt x="26115" y="1507"/>
                  </a:lnTo>
                  <a:cubicBezTo>
                    <a:pt x="25577" y="575"/>
                    <a:pt x="24584" y="1"/>
                    <a:pt x="23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8"/>
            <p:cNvSpPr/>
            <p:nvPr/>
          </p:nvSpPr>
          <p:spPr>
            <a:xfrm>
              <a:off x="5441425" y="653375"/>
              <a:ext cx="419200" cy="419200"/>
            </a:xfrm>
            <a:custGeom>
              <a:avLst/>
              <a:gdLst/>
              <a:ahLst/>
              <a:cxnLst/>
              <a:rect l="l" t="t" r="r" b="b"/>
              <a:pathLst>
                <a:path w="16768" h="16768" extrusionOk="0">
                  <a:moveTo>
                    <a:pt x="6510" y="0"/>
                  </a:moveTo>
                  <a:cubicBezTo>
                    <a:pt x="5794" y="0"/>
                    <a:pt x="5212" y="581"/>
                    <a:pt x="5212" y="1299"/>
                  </a:cubicBezTo>
                  <a:lnTo>
                    <a:pt x="5212" y="3914"/>
                  </a:lnTo>
                  <a:cubicBezTo>
                    <a:pt x="5212" y="4630"/>
                    <a:pt x="4631" y="5212"/>
                    <a:pt x="3913" y="5212"/>
                  </a:cubicBezTo>
                  <a:lnTo>
                    <a:pt x="1299" y="5212"/>
                  </a:lnTo>
                  <a:cubicBezTo>
                    <a:pt x="583" y="5212"/>
                    <a:pt x="1" y="5793"/>
                    <a:pt x="1" y="6511"/>
                  </a:cubicBezTo>
                  <a:lnTo>
                    <a:pt x="1" y="10258"/>
                  </a:lnTo>
                  <a:cubicBezTo>
                    <a:pt x="1" y="10975"/>
                    <a:pt x="582" y="11557"/>
                    <a:pt x="1299" y="11557"/>
                  </a:cubicBezTo>
                  <a:lnTo>
                    <a:pt x="3913" y="11557"/>
                  </a:lnTo>
                  <a:cubicBezTo>
                    <a:pt x="4629" y="11557"/>
                    <a:pt x="5212" y="12138"/>
                    <a:pt x="5212" y="12856"/>
                  </a:cubicBezTo>
                  <a:lnTo>
                    <a:pt x="5212" y="15468"/>
                  </a:lnTo>
                  <a:cubicBezTo>
                    <a:pt x="5212" y="16186"/>
                    <a:pt x="5793" y="16767"/>
                    <a:pt x="6510" y="16767"/>
                  </a:cubicBezTo>
                  <a:lnTo>
                    <a:pt x="10258" y="16767"/>
                  </a:lnTo>
                  <a:cubicBezTo>
                    <a:pt x="10975" y="16767"/>
                    <a:pt x="11556" y="16187"/>
                    <a:pt x="11556" y="15468"/>
                  </a:cubicBezTo>
                  <a:lnTo>
                    <a:pt x="11556" y="12855"/>
                  </a:lnTo>
                  <a:cubicBezTo>
                    <a:pt x="11556" y="12138"/>
                    <a:pt x="12137" y="11556"/>
                    <a:pt x="12855" y="11556"/>
                  </a:cubicBezTo>
                  <a:lnTo>
                    <a:pt x="15470" y="11556"/>
                  </a:lnTo>
                  <a:cubicBezTo>
                    <a:pt x="16186" y="11556"/>
                    <a:pt x="16768" y="10975"/>
                    <a:pt x="16768" y="10257"/>
                  </a:cubicBezTo>
                  <a:lnTo>
                    <a:pt x="16768" y="6510"/>
                  </a:lnTo>
                  <a:cubicBezTo>
                    <a:pt x="16768" y="5795"/>
                    <a:pt x="16186" y="5212"/>
                    <a:pt x="15470" y="5212"/>
                  </a:cubicBezTo>
                  <a:lnTo>
                    <a:pt x="12855" y="5212"/>
                  </a:lnTo>
                  <a:cubicBezTo>
                    <a:pt x="12139" y="5212"/>
                    <a:pt x="11556" y="4631"/>
                    <a:pt x="11556" y="3914"/>
                  </a:cubicBezTo>
                  <a:lnTo>
                    <a:pt x="11556" y="1299"/>
                  </a:lnTo>
                  <a:cubicBezTo>
                    <a:pt x="11556" y="582"/>
                    <a:pt x="10976" y="0"/>
                    <a:pt x="102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ospital Emergency Nurse by Slidesgo">
  <a:themeElements>
    <a:clrScheme name="Simple Light">
      <a:dk1>
        <a:srgbClr val="0D2B4F"/>
      </a:dk1>
      <a:lt1>
        <a:srgbClr val="FFFFFF"/>
      </a:lt1>
      <a:dk2>
        <a:srgbClr val="D6F3FF"/>
      </a:dk2>
      <a:lt2>
        <a:srgbClr val="00F1B9"/>
      </a:lt2>
      <a:accent1>
        <a:srgbClr val="00ACDC"/>
      </a:accent1>
      <a:accent2>
        <a:srgbClr val="0067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D2B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930</Words>
  <Application>Microsoft Office PowerPoint</Application>
  <PresentationFormat>On-screen Show (16:9)</PresentationFormat>
  <Paragraphs>103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Plus Jakarta Sans</vt:lpstr>
      <vt:lpstr>DM Sans</vt:lpstr>
      <vt:lpstr>Bookman Old Style</vt:lpstr>
      <vt:lpstr>Arial</vt:lpstr>
      <vt:lpstr>Nunito Light</vt:lpstr>
      <vt:lpstr>Hospital Emergency Nurse by Slidesgo</vt:lpstr>
      <vt:lpstr>Analisis Risiko Kesehatan &amp; Prediksi Durasi Rawat Inap</vt:lpstr>
      <vt:lpstr>Pemahaman Bisnis</vt:lpstr>
      <vt:lpstr>Pemahaman Bisnis</vt:lpstr>
      <vt:lpstr>Pemahaman Bisnis</vt:lpstr>
      <vt:lpstr>Pemahaman Data</vt:lpstr>
      <vt:lpstr>Pemahaman Data</vt:lpstr>
      <vt:lpstr>Pembersihan Data</vt:lpstr>
      <vt:lpstr>Analisis Data Eksploratif</vt:lpstr>
      <vt:lpstr>Analisis Data Eksploratif</vt:lpstr>
      <vt:lpstr>Analisis Data Eksploratif</vt:lpstr>
      <vt:lpstr>Analisis Data Eksploratif</vt:lpstr>
      <vt:lpstr>Rekayasa Fitur</vt:lpstr>
      <vt:lpstr>Rekayasa Fitur</vt:lpstr>
      <vt:lpstr>Modeling &amp; Evaluation</vt:lpstr>
      <vt:lpstr>Modeling &amp; Evaluation</vt:lpstr>
      <vt:lpstr>Rekomendasi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</dc:creator>
  <cp:lastModifiedBy>prasetyo saputro</cp:lastModifiedBy>
  <cp:revision>5</cp:revision>
  <dcterms:modified xsi:type="dcterms:W3CDTF">2025-11-11T06:32:33Z</dcterms:modified>
</cp:coreProperties>
</file>